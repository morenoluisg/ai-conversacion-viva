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2ec82b651844b2" /><Relationship Type="http://schemas.openxmlformats.org/officeDocument/2006/relationships/extended-properties" Target="/docProps/app.xml" Id="Rcffb3261a52f4658" /><Relationship Type="http://schemas.openxmlformats.org/officeDocument/2006/relationships/officeDocument" Target="/ppt/presentation.xml" Id="R9ba7d620ef4f4cbc" /></Relationships>
</file>

<file path=ppt/presentation.xml><?xml version="1.0" encoding="utf-8"?>
<p:presentation xmlns:p="http://schemas.openxmlformats.org/presentationml/2006/main">
  <p:sldMasterIdLst>
    <p:sldMasterId xmlns:r="http://schemas.openxmlformats.org/officeDocument/2006/relationships" id="2147483648" r:id="R38c0ce6d62d040cb"/>
  </p:sldMasterIdLst>
  <p:notesMasterIdLst>
    <p:notesMasterId xmlns:r="http://schemas.openxmlformats.org/officeDocument/2006/relationships" r:id="R306e0390b4514408"/>
  </p:notesMasterIdLst>
  <p:sldIdLst>
    <p:sldId xmlns:r="http://schemas.openxmlformats.org/officeDocument/2006/relationships" id="256" r:id="R371ca0ac8fcd4305"/>
    <p:sldId xmlns:r="http://schemas.openxmlformats.org/officeDocument/2006/relationships" id="257" r:id="R55cf1dbfae654e4b"/>
    <p:sldId xmlns:r="http://schemas.openxmlformats.org/officeDocument/2006/relationships" id="258" r:id="R5cd34145496a42cd"/>
    <p:sldId xmlns:r="http://schemas.openxmlformats.org/officeDocument/2006/relationships" id="259" r:id="R89d30c30327747fa"/>
    <p:sldId xmlns:r="http://schemas.openxmlformats.org/officeDocument/2006/relationships" id="260" r:id="R71e891fe8b864946"/>
    <p:sldId xmlns:r="http://schemas.openxmlformats.org/officeDocument/2006/relationships" id="261" r:id="R59c0827ebc44425e"/>
    <p:sldId xmlns:r="http://schemas.openxmlformats.org/officeDocument/2006/relationships" id="262" r:id="R14a2c565e7a347eb"/>
    <p:sldId xmlns:r="http://schemas.openxmlformats.org/officeDocument/2006/relationships" id="263" r:id="Rab50d81245414ffc"/>
    <p:sldId xmlns:r="http://schemas.openxmlformats.org/officeDocument/2006/relationships" id="264" r:id="R7dbe1b13adea4e01"/>
    <p:sldId xmlns:r="http://schemas.openxmlformats.org/officeDocument/2006/relationships" id="265" r:id="R7f478a8b20bf4d06"/>
    <p:sldId xmlns:r="http://schemas.openxmlformats.org/officeDocument/2006/relationships" id="266" r:id="R0142139a090e4ed9"/>
    <p:sldId xmlns:r="http://schemas.openxmlformats.org/officeDocument/2006/relationships" id="267" r:id="R811fa5546f784a7c"/>
    <p:sldId xmlns:r="http://schemas.openxmlformats.org/officeDocument/2006/relationships" id="268" r:id="Rb761501a13f74d02"/>
    <p:sldId xmlns:r="http://schemas.openxmlformats.org/officeDocument/2006/relationships" id="269" r:id="R51dd31747fc14e08"/>
    <p:sldId xmlns:r="http://schemas.openxmlformats.org/officeDocument/2006/relationships" id="270" r:id="R7be4fd3880524e27"/>
    <p:sldId xmlns:r="http://schemas.openxmlformats.org/officeDocument/2006/relationships" id="271" r:id="R939205003daf460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cea31fce294f65" /><Relationship Type="http://schemas.openxmlformats.org/officeDocument/2006/relationships/slideMaster" Target="/ppt/slideMasters/slideMaster1.xml" Id="R38c0ce6d62d040cb" /><Relationship Type="http://schemas.openxmlformats.org/officeDocument/2006/relationships/notesMaster" Target="/ppt/notesMasters/notesMaster1.xml" Id="R306e0390b4514408" /><Relationship Type="http://schemas.openxmlformats.org/officeDocument/2006/relationships/presProps" Target="/ppt/presProps.xml" Id="Ra081dd5c6f984c36" /><Relationship Type="http://schemas.openxmlformats.org/officeDocument/2006/relationships/tableStyles" Target="/ppt/tableStyles.xml" Id="Rc289be1bc6c144ea" /><Relationship Type="http://schemas.openxmlformats.org/officeDocument/2006/relationships/slide" Target="/ppt/slides/slide1.xml" Id="R371ca0ac8fcd4305" /><Relationship Type="http://schemas.openxmlformats.org/officeDocument/2006/relationships/slide" Target="/ppt/slides/slide2.xml" Id="R55cf1dbfae654e4b" /><Relationship Type="http://schemas.openxmlformats.org/officeDocument/2006/relationships/slide" Target="/ppt/slides/slide3.xml" Id="R5cd34145496a42cd" /><Relationship Type="http://schemas.openxmlformats.org/officeDocument/2006/relationships/slide" Target="/ppt/slides/slide4.xml" Id="R89d30c30327747fa" /><Relationship Type="http://schemas.openxmlformats.org/officeDocument/2006/relationships/slide" Target="/ppt/slides/slide5.xml" Id="R71e891fe8b864946" /><Relationship Type="http://schemas.openxmlformats.org/officeDocument/2006/relationships/slide" Target="/ppt/slides/slide6.xml" Id="R59c0827ebc44425e" /><Relationship Type="http://schemas.openxmlformats.org/officeDocument/2006/relationships/slide" Target="/ppt/slides/slide7.xml" Id="R14a2c565e7a347eb" /><Relationship Type="http://schemas.openxmlformats.org/officeDocument/2006/relationships/slide" Target="/ppt/slides/slide8.xml" Id="Rab50d81245414ffc" /><Relationship Type="http://schemas.openxmlformats.org/officeDocument/2006/relationships/slide" Target="/ppt/slides/slide9.xml" Id="R7dbe1b13adea4e01" /><Relationship Type="http://schemas.openxmlformats.org/officeDocument/2006/relationships/slide" Target="/ppt/slides/slide10.xml" Id="R7f478a8b20bf4d06" /><Relationship Type="http://schemas.openxmlformats.org/officeDocument/2006/relationships/slide" Target="/ppt/slides/slide11.xml" Id="R0142139a090e4ed9" /><Relationship Type="http://schemas.openxmlformats.org/officeDocument/2006/relationships/slide" Target="/ppt/slides/slide12.xml" Id="R811fa5546f784a7c" /><Relationship Type="http://schemas.openxmlformats.org/officeDocument/2006/relationships/slide" Target="/ppt/slides/slide13.xml" Id="Rb761501a13f74d02" /><Relationship Type="http://schemas.openxmlformats.org/officeDocument/2006/relationships/slide" Target="/ppt/slides/slide14.xml" Id="R51dd31747fc14e08" /><Relationship Type="http://schemas.openxmlformats.org/officeDocument/2006/relationships/slide" Target="/ppt/slides/slide15.xml" Id="R7be4fd3880524e27" /><Relationship Type="http://schemas.openxmlformats.org/officeDocument/2006/relationships/slide" Target="/ppt/slides/slide16.xml" Id="R939205003daf46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8aedac968f4a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fbc1312bcb4523" /><Relationship Type="http://schemas.openxmlformats.org/officeDocument/2006/relationships/notesMaster" Target="/ppt/notesMasters/notesMaster1.xml" Id="R24f30a8ca6a14d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f3f2b38dd145b9" /><Relationship Type="http://schemas.openxmlformats.org/officeDocument/2006/relationships/notesMaster" Target="/ppt/notesMasters/notesMaster1.xml" Id="Rde91d46e6ba04c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b9d785acac47f9" /><Relationship Type="http://schemas.openxmlformats.org/officeDocument/2006/relationships/notesMaster" Target="/ppt/notesMasters/notesMaster1.xml" Id="Rb149838ac72f43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a76e0f6ef44c21" /><Relationship Type="http://schemas.openxmlformats.org/officeDocument/2006/relationships/notesMaster" Target="/ppt/notesMasters/notesMaster1.xml" Id="R07e286d5a45043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579e5356f74aa8" /><Relationship Type="http://schemas.openxmlformats.org/officeDocument/2006/relationships/notesMaster" Target="/ppt/notesMasters/notesMaster1.xml" Id="R82ced1816a8d4e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cab973964c48ce" /><Relationship Type="http://schemas.openxmlformats.org/officeDocument/2006/relationships/notesMaster" Target="/ppt/notesMasters/notesMaster1.xml" Id="R1bb96eed9dcd48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bdf76cb6a145a6" /><Relationship Type="http://schemas.openxmlformats.org/officeDocument/2006/relationships/notesMaster" Target="/ppt/notesMasters/notesMaster1.xml" Id="R9f9983ca74ee45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16703c34644e42" /><Relationship Type="http://schemas.openxmlformats.org/officeDocument/2006/relationships/notesMaster" Target="/ppt/notesMasters/notesMaster1.xml" Id="R4b84671f53e04b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724373e0004e24" /><Relationship Type="http://schemas.openxmlformats.org/officeDocument/2006/relationships/notesMaster" Target="/ppt/notesMasters/notesMaster1.xml" Id="Raeb5218ee9bd4e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366739fb954c22" /><Relationship Type="http://schemas.openxmlformats.org/officeDocument/2006/relationships/notesMaster" Target="/ppt/notesMasters/notesMaster1.xml" Id="R9f7c7da50ee141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e9e7408dc6419d" /><Relationship Type="http://schemas.openxmlformats.org/officeDocument/2006/relationships/notesMaster" Target="/ppt/notesMasters/notesMaster1.xml" Id="Rb494df150fe34e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357438a09346ab" /><Relationship Type="http://schemas.openxmlformats.org/officeDocument/2006/relationships/notesMaster" Target="/ppt/notesMasters/notesMaster1.xml" Id="R85d5b83a475448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f5e0d7e2904331" /><Relationship Type="http://schemas.openxmlformats.org/officeDocument/2006/relationships/notesMaster" Target="/ppt/notesMasters/notesMaster1.xml" Id="R1d15b386beb54d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67755381474d6e" /><Relationship Type="http://schemas.openxmlformats.org/officeDocument/2006/relationships/notesMaster" Target="/ppt/notesMasters/notesMaster1.xml" Id="Rf82b8224d44a40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b53be762734101" /><Relationship Type="http://schemas.openxmlformats.org/officeDocument/2006/relationships/notesMaster" Target="/ppt/notesMasters/notesMaster1.xml" Id="Rf54d31aa800c4a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5f752847e7448e" /><Relationship Type="http://schemas.openxmlformats.org/officeDocument/2006/relationships/notesMaster" Target="/ppt/notesMasters/notesMaster1.xml" Id="Re9608b81a6d241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Propuesta exploratoria para una charla presencial. Las imágenes corresponden al prototipo con contenido ambiental ficticio, no a resultados del Ministerio. Autor: Luis Gabriel Moreno Sandoval.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del lienzo del prototipo. Ejemplo simulado. Las conexiones representan coaparición en un fragmento y no causalidad. Tamaño del nodo: menciones detectadas.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Visualización del prototipo con datos simulados. Eje horizontal: fragmento. Altura de cada banda: proporción de conceptos etiquetados en ese fragmento. No representa duración de voz, consenso o importancia.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del usuario:</a:t>
            </a:r>
          </a:p>
          <a:p xmlns:a="http://schemas.openxmlformats.org/drawingml/2006/main">
            <a:r>
              <a:t>https://observablehq.com/@mbostock/altered-world</a:t>
            </a:r>
          </a:p>
          <a:p xmlns:a="http://schemas.openxmlformats.org/drawingml/2006/main">
            <a:r>
              <a:t>https://observablehq.com/@mbostock/voronoi-stippling</a:t>
            </a:r>
          </a:p>
          <a:p xmlns:a="http://schemas.openxmlformats.org/drawingml/2006/main">
            <a:r>
              <a:t>https://observablehq.com/@d3/radial-cluster/2</a:t>
            </a:r>
          </a:p>
          <a:p xmlns:a="http://schemas.openxmlformats.org/drawingml/2006/main">
            <a:r>
              <a:t>https://observablehq.com/@d3/sunburst/2</a:t>
            </a:r>
          </a:p>
          <a:p xmlns:a="http://schemas.openxmlformats.org/drawingml/2006/main">
            <a:r>
              <a:t>El prototipo usa Canvas propio, sin copiar el código de los notebooks. La constelación es una interpretación estética, no una implementación de Voronoi stippling ni Altered World.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el 23 de octubre de 2026:</a:t>
            </a:r>
          </a:p>
          <a:p xmlns:a="http://schemas.openxmlformats.org/drawingml/2006/main">
            <a:r>
              <a:t>noidare: https://noidare.com/</a:t>
            </a:r>
          </a:p>
          <a:p xmlns:a="http://schemas.openxmlformats.org/drawingml/2006/main">
            <a:r>
              <a:t>mymap: https://www.mymap.ai/</a:t>
            </a:r>
          </a:p>
          <a:p xmlns:a="http://schemas.openxmlformats.org/drawingml/2006/main">
            <a:r>
              <a:t>miro: https://miro.com/ai/mind-map-ai/</a:t>
            </a:r>
          </a:p>
          <a:p xmlns:a="http://schemas.openxmlformats.org/drawingml/2006/main">
            <a:r>
              <a:t>gitmind: https://gitmind.com/ai-tools</a:t>
            </a:r>
          </a:p>
          <a:p xmlns:a="http://schemas.openxmlformats.org/drawingml/2006/main">
            <a:r>
              <a:t>Clasificación y adecuación a la charla: valoración de diseño. No se hicieron pruebas funcionales de estos productos.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el 23 de octubre de 2026:</a:t>
            </a:r>
          </a:p>
          <a:p xmlns:a="http://schemas.openxmlformats.org/drawingml/2006/main">
            <a:r>
              <a:t>menti: https://www.mentimeter.com/features/word-cloud</a:t>
            </a:r>
          </a:p>
          <a:p xmlns:a="http://schemas.openxmlformats.org/drawingml/2006/main">
            <a:r>
              <a:t>slido: https://www.slido.com/features-word-cloud</a:t>
            </a:r>
          </a:p>
          <a:p xmlns:a="http://schemas.openxmlformats.org/drawingml/2006/main">
            <a:r>
              <a:t>mindmeister: https://www.mindmeister.com/</a:t>
            </a:r>
          </a:p>
          <a:p xmlns:a="http://schemas.openxmlformats.org/drawingml/2006/main">
            <a:r>
              <a:t>Estas herramientas no sustituyen por sí mismas una conexión de audio con extracción semántica continua. La adecuación a los escenarios es una recomendación del autor.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el 23 de octubre de 2026:</a:t>
            </a:r>
          </a:p>
          <a:p xmlns:a="http://schemas.openxmlformats.org/drawingml/2006/main">
            <a:r>
              <a:t>teams: https://learn.microsoft.com/en-us/microsoftteams/meeting-transcription-captions</a:t>
            </a:r>
          </a:p>
          <a:p xmlns:a="http://schemas.openxmlformats.org/drawingml/2006/main">
            <a:r>
              <a:t>deepgram: https://developers.deepgram.com/reference/speech-to-text/listen-streaming</a:t>
            </a:r>
          </a:p>
          <a:p xmlns:a="http://schemas.openxmlformats.org/drawingml/2006/main">
            <a:r>
              <a:t>spanish: https://deepgram.com/product/speech-to-text/spanish</a:t>
            </a:r>
          </a:p>
          <a:p xmlns:a="http://schemas.openxmlformats.org/drawingml/2006/main">
            <a:r>
              <a:t>d3: https://d3js.org/</a:t>
            </a:r>
          </a:p>
          <a:p xmlns:a="http://schemas.openxmlformats.org/drawingml/2006/main">
            <a:r>
              <a:t>streamlit: https://streamlit.io/</a:t>
            </a:r>
          </a:p>
          <a:p xmlns:a="http://schemas.openxmlformats.org/drawingml/2006/main">
            <a:r>
              <a:t>graph: https://learn.microsoft.com/en-us/graph/api/resources/calltranscript?view=graph-rest-1.0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Recomendación de diseño del autor. La demostración HTML es autónoma, usa Canvas sin librerías externas y contiene texto simulado y detección por reglas. No conecta Teams ni un LLM. El reconocimiento del micrófono depende de Web Speech API y del navegador.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el 23 de octubre de 2026:</a:t>
            </a:r>
          </a:p>
          <a:p xmlns:a="http://schemas.openxmlformats.org/drawingml/2006/main">
            <a:r>
              <a:t>teams: https://learn.microsoft.com/en-us/microsoftteams/meeting-transcription-captions</a:t>
            </a:r>
          </a:p>
          <a:p xmlns:a="http://schemas.openxmlformats.org/drawingml/2006/main">
            <a:r>
              <a:t>deepgram: https://developers.deepgram.com/reference/speech-to-text/listen-streaming</a:t>
            </a:r>
          </a:p>
          <a:p xmlns:a="http://schemas.openxmlformats.org/drawingml/2006/main">
            <a:r>
              <a:t>graph: https://learn.microsoft.com/en-us/graph/api/resources/calltranscript?view=graph-rest-1.0</a:t>
            </a:r>
          </a:p>
          <a:p xmlns:a="http://schemas.openxmlformats.org/drawingml/2006/main">
            <a:r>
              <a:t>Arquitectura propuesta, no implementada en el HTML. Microsoft Graph ofrece recursos de transcripciones. Esa disponibilidad no se debe confundir con un flujo de subtítulos palabra por palabra. Validar la vía de captura en el entorno del Ministerio. Actualización de 5 a 10 segundos: objetivo de diseño sujeto a medición.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Casos de uso propuestos por el autor. No describen servicios existentes o desplegados en MinAmbiente. Un mapa resume menciones, no acredita consenso, compromisos ni decisiones oficiales.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Guía del prototipo: abrir el HTML en un navegador de escritorio. Funciona sin red en modo simulado o entrada manual. La voz puede utilizar servicios del navegador, requiere permisos y puede necesitar HTTPS o localhost. La captura de Teams y la IA semántica requieren integración adicional. Atajos: 1–6 vistas, espacio pausa, F pantalla completa, H ocultar controles. Los datos se exportan a JSON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el 23 de octubre de 2026:</a:t>
            </a:r>
          </a:p>
          <a:p xmlns:a="http://schemas.openxmlformats.org/drawingml/2006/main">
            <a:r>
              <a:t>touch: https://derivative.ca/UserGuide/Licensing</a:t>
            </a:r>
          </a:p>
          <a:p xmlns:a="http://schemas.openxmlformats.org/drawingml/2006/main">
            <a:r>
              <a:t>touchExamples: https://derivative.ca/tags/audio-reactive</a:t>
            </a:r>
          </a:p>
          <a:p xmlns:a="http://schemas.openxmlformats.org/drawingml/2006/main">
            <a:r>
              <a:t>notch: https://www.notch.one/pricing</a:t>
            </a:r>
          </a:p>
          <a:p xmlns:a="http://schemas.openxmlformats.org/drawingml/2006/main">
            <a:r>
              <a:t>resolume: https://resolume.com/shop/</a:t>
            </a:r>
          </a:p>
          <a:p xmlns:a="http://schemas.openxmlformats.org/drawingml/2006/main">
            <a:r>
              <a:t>resolumeFeatures: https://resolume.com/software/avenue-arena</a:t>
            </a:r>
          </a:p>
          <a:p xmlns:a="http://schemas.openxmlformats.org/drawingml/2006/main">
            <a:r>
              <a:t>synesthesia: https://synesthesia.live/pricing</a:t>
            </a:r>
          </a:p>
          <a:p xmlns:a="http://schemas.openxmlformats.org/drawingml/2006/main">
            <a:r>
              <a:t>synesthesiaFeatures: https://synesthesia.live/</a:t>
            </a:r>
          </a:p>
          <a:p xmlns:a="http://schemas.openxmlformats.org/drawingml/2006/main">
            <a:r>
              <a:t>Precios de referencia consultados el 23 de octubre de 2026. No incluyen impuestos, hardware, diseño de contenidos ni operación. Notch RFX: USD315 por mes o USD2589 en pago anual. No se recomienda la licencia Indie para este uso profesional. Las herramientas audiovisuales no extraen conceptos por sí mismas. La adecuación y nivel de montaje son una valoración del autor.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el 23 de octubre de 2026:</a:t>
            </a:r>
          </a:p>
          <a:p xmlns:a="http://schemas.openxmlformats.org/drawingml/2006/main">
            <a:r>
              <a:t>prezi: https://prezi.com/blog/presentation-software-remote-hybrid-teams/</a:t>
            </a:r>
          </a:p>
          <a:p xmlns:a="http://schemas.openxmlformats.org/drawingml/2006/main">
            <a:r>
              <a:t>genially: https://genially.com/plans/</a:t>
            </a:r>
          </a:p>
          <a:p xmlns:a="http://schemas.openxmlformats.org/drawingml/2006/main">
            <a:r>
              <a:t>flourish: https://flourish.studio/pricing/</a:t>
            </a:r>
          </a:p>
          <a:p xmlns:a="http://schemas.openxmlformats.org/drawingml/2006/main">
            <a:r>
              <a:t>mentiPlans: https://www.mentimeter.com/plans</a:t>
            </a:r>
          </a:p>
          <a:p xmlns:a="http://schemas.openxmlformats.org/drawingml/2006/main">
            <a:r>
              <a:t>Prezi: planes individuales desde USD7/mes, facturados anualmente según su blog oficial. El plan de entrada no garantiza todas las funciones avanzadas. Genially Master: EUR20/mes facturados anualmente, EUR240/año. Flourish Publisher: contacto comercial. Mentimeter Pro: precio no visible en la consulta pública, facturación anual. Confirmar planes, límites y moneda en la compra. Valoración de uso por el autor.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el 23 de octubre de 2026:</a:t>
            </a:r>
          </a:p>
          <a:p xmlns:a="http://schemas.openxmlformats.org/drawingml/2006/main">
            <a:r>
              <a:t>touch: https://derivative.ca/UserGuide/Licensing</a:t>
            </a:r>
          </a:p>
          <a:p xmlns:a="http://schemas.openxmlformats.org/drawingml/2006/main">
            <a:r>
              <a:t>touchExamples: https://derivative.ca/tags/audio-reactive</a:t>
            </a:r>
          </a:p>
          <a:p xmlns:a="http://schemas.openxmlformats.org/drawingml/2006/main">
            <a:r>
              <a:t>resolumeFeatures: https://resolume.com/software/avenue-arena</a:t>
            </a:r>
          </a:p>
          <a:p xmlns:a="http://schemas.openxmlformats.org/drawingml/2006/main">
            <a:r>
              <a:t>synesthesiaFeatures: https://synesthesia.live/</a:t>
            </a:r>
          </a:p>
          <a:p xmlns:a="http://schemas.openxmlformats.org/drawingml/2006/main">
            <a:r>
              <a:t>prezi: https://prezi.com/blog/presentation-software-remote-hybrid-teams/</a:t>
            </a:r>
          </a:p>
          <a:p xmlns:a="http://schemas.openxmlformats.org/drawingml/2006/main">
            <a:r>
              <a:t>genially: https://genially.com/plans/</a:t>
            </a:r>
          </a:p>
          <a:p xmlns:a="http://schemas.openxmlformats.org/drawingml/2006/main">
            <a:r>
              <a:t>flourish: https://flourish.studio/pricing/</a:t>
            </a:r>
          </a:p>
          <a:p xmlns:a="http://schemas.openxmlformats.org/drawingml/2006/main">
            <a:r>
              <a:t>mentiPlans: https://www.mentimeter.com/plans</a:t>
            </a:r>
          </a:p>
          <a:p xmlns:a="http://schemas.openxmlformats.org/drawingml/2006/main">
            <a:r>
              <a:t>Recomendación del autor a partir de funciones publicadas, sin prueba funcional de las herramientas comerciales. Para una pantalla sencilla puede bastar el navegador con el HTML. Reservar soluciones AV para necesidades reales de producción. La licencia no incluye diseño, ingeniería de integración o personal audiovisual.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el 23 de octubre de 2026:</a:t>
            </a:r>
          </a:p>
          <a:p xmlns:a="http://schemas.openxmlformats.org/drawingml/2006/main">
            <a:r>
              <a:t>touch: https://derivative.ca/UserGuide/Licensing</a:t>
            </a:r>
          </a:p>
          <a:p xmlns:a="http://schemas.openxmlformats.org/drawingml/2006/main">
            <a:r>
              <a:t>touchExamples: https://derivative.ca/tags/audio-reactive</a:t>
            </a:r>
          </a:p>
          <a:p xmlns:a="http://schemas.openxmlformats.org/drawingml/2006/main">
            <a:r>
              <a:t>notch: https://www.notch.one/pricing</a:t>
            </a:r>
          </a:p>
          <a:p xmlns:a="http://schemas.openxmlformats.org/drawingml/2006/main">
            <a:r>
              <a:t>resolume: https://resolume.com/shop/</a:t>
            </a:r>
          </a:p>
          <a:p xmlns:a="http://schemas.openxmlformats.org/drawingml/2006/main">
            <a:r>
              <a:t>resolumeFeatures: https://resolume.com/software/avenue-arena</a:t>
            </a:r>
          </a:p>
          <a:p xmlns:a="http://schemas.openxmlformats.org/drawingml/2006/main">
            <a:r>
              <a:t>synesthesia: https://synesthesia.live/pricing</a:t>
            </a:r>
          </a:p>
          <a:p xmlns:a="http://schemas.openxmlformats.org/drawingml/2006/main">
            <a:r>
              <a:t>prezi: https://prezi.com/blog/presentation-software-remote-hybrid-teams/</a:t>
            </a:r>
          </a:p>
          <a:p xmlns:a="http://schemas.openxmlformats.org/drawingml/2006/main">
            <a:r>
              <a:t>genially: https://genially.com/plans/</a:t>
            </a:r>
          </a:p>
          <a:p xmlns:a="http://schemas.openxmlformats.org/drawingml/2006/main">
            <a:r>
              <a:t>flourish: https://flourish.studio/pricing/</a:t>
            </a:r>
          </a:p>
          <a:p xmlns:a="http://schemas.openxmlformats.org/drawingml/2006/main">
            <a:r>
              <a:t>mentiPlans: https://www.mentimeter.com/plans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touch: https://derivative.ca/UserGuide/Licensing</a:t>
            </a:r>
          </a:p>
          <a:p xmlns:a="http://schemas.openxmlformats.org/drawingml/2006/main">
            <a:r>
              <a:t>touchExamples: https://derivative.ca/tags/audio-reactive</a:t>
            </a:r>
          </a:p>
          <a:p xmlns:a="http://schemas.openxmlformats.org/drawingml/2006/main">
            <a:r>
              <a:t>notch: https://www.notch.one/pricing</a:t>
            </a:r>
          </a:p>
          <a:p xmlns:a="http://schemas.openxmlformats.org/drawingml/2006/main">
            <a:r>
              <a:t>resolume: https://resolume.com/shop/</a:t>
            </a:r>
          </a:p>
          <a:p xmlns:a="http://schemas.openxmlformats.org/drawingml/2006/main">
            <a:r>
              <a:t>resolumeFeatures: https://resolume.com/software/avenue-arena</a:t>
            </a:r>
          </a:p>
          <a:p xmlns:a="http://schemas.openxmlformats.org/drawingml/2006/main">
            <a:r>
              <a:t>synesthesia: https://synesthesia.live/pricing</a:t>
            </a:r>
          </a:p>
          <a:p xmlns:a="http://schemas.openxmlformats.org/drawingml/2006/main">
            <a:r>
              <a:t>synesthesiaFeatures: https://synesthesia.live/</a:t>
            </a:r>
          </a:p>
          <a:p xmlns:a="http://schemas.openxmlformats.org/drawingml/2006/main">
            <a:r>
              <a:t>prezi: https://prezi.com/blog/presentation-software-remote-hybrid-teams/</a:t>
            </a:r>
          </a:p>
          <a:p xmlns:a="http://schemas.openxmlformats.org/drawingml/2006/main">
            <a:r>
              <a:t>genially: https://genially.com/plans/</a:t>
            </a:r>
          </a:p>
          <a:p xmlns:a="http://schemas.openxmlformats.org/drawingml/2006/main">
            <a:r>
              <a:t>flourish: https://flourish.studio/pricing/</a:t>
            </a:r>
          </a:p>
          <a:p xmlns:a="http://schemas.openxmlformats.org/drawingml/2006/main">
            <a:r>
              <a:t>mentiPlans: https://www.mentimeter.com/plans</a:t>
            </a:r>
          </a:p>
          <a:p xmlns:a="http://schemas.openxmlformats.org/drawingml/2006/main">
            <a:r>
              <a:t>noidare: https://noidare.com/</a:t>
            </a:r>
          </a:p>
          <a:p xmlns:a="http://schemas.openxmlformats.org/drawingml/2006/main">
            <a:r>
              <a:t>mymap: https://www.mymap.ai/</a:t>
            </a:r>
          </a:p>
          <a:p xmlns:a="http://schemas.openxmlformats.org/drawingml/2006/main">
            <a:r>
              <a:t>miro: https://miro.com/ai/mind-map-ai/</a:t>
            </a:r>
          </a:p>
          <a:p xmlns:a="http://schemas.openxmlformats.org/drawingml/2006/main">
            <a:r>
              <a:t>gitmind: https://gitmind.com/ai-tools</a:t>
            </a:r>
          </a:p>
          <a:p xmlns:a="http://schemas.openxmlformats.org/drawingml/2006/main">
            <a:r>
              <a:t>mindmeister: https://www.mindmeister.com/</a:t>
            </a:r>
          </a:p>
          <a:p xmlns:a="http://schemas.openxmlformats.org/drawingml/2006/main">
            <a:r>
              <a:t>menti: https://www.mentimeter.com/features/word-cloud</a:t>
            </a:r>
          </a:p>
          <a:p xmlns:a="http://schemas.openxmlformats.org/drawingml/2006/main">
            <a:r>
              <a:t>slido: https://www.slido.com/features-word-cloud</a:t>
            </a:r>
          </a:p>
          <a:p xmlns:a="http://schemas.openxmlformats.org/drawingml/2006/main">
            <a:r>
              <a:t>teams: https://learn.microsoft.com/en-us/microsoftteams/meeting-transcription-captions</a:t>
            </a:r>
          </a:p>
          <a:p xmlns:a="http://schemas.openxmlformats.org/drawingml/2006/main">
            <a:r>
              <a:t>deepgram: https://developers.deepgram.com/reference/speech-to-text/listen-streaming</a:t>
            </a:r>
          </a:p>
          <a:p xmlns:a="http://schemas.openxmlformats.org/drawingml/2006/main">
            <a:r>
              <a:t>spanish: https://deepgram.com/product/speech-to-text/spanish</a:t>
            </a:r>
          </a:p>
          <a:p xmlns:a="http://schemas.openxmlformats.org/drawingml/2006/main">
            <a:r>
              <a:t>d3: https://d3js.org/</a:t>
            </a:r>
          </a:p>
          <a:p xmlns:a="http://schemas.openxmlformats.org/drawingml/2006/main">
            <a:r>
              <a:t>streamlit: https://streamlit.io/</a:t>
            </a:r>
          </a:p>
          <a:p xmlns:a="http://schemas.openxmlformats.org/drawingml/2006/main">
            <a:r>
              <a:t>graph: https://learn.microsoft.com/en-us/graph/api/resources/calltranscript?view=graph-rest-1.0</a:t>
            </a:r>
          </a:p>
          <a:p xmlns:a="http://schemas.openxmlformats.org/drawingml/2006/main">
            <a:r>
              <a:t>Referencias visuales: https://observablehq.com/@mbostock/altered-world</a:t>
            </a:r>
          </a:p>
          <a:p xmlns:a="http://schemas.openxmlformats.org/drawingml/2006/main">
            <a:r>
              <a:t>https://observablehq.com/@mbostock/voronoi-stippling</a:t>
            </a:r>
          </a:p>
          <a:p xmlns:a="http://schemas.openxmlformats.org/drawingml/2006/main">
            <a:r>
              <a:t>https://observablehq.com/@d3/radial-cluster/2</a:t>
            </a:r>
          </a:p>
          <a:p xmlns:a="http://schemas.openxmlformats.org/drawingml/2006/main">
            <a:r>
              <a:t>https://observablehq.com/@d3/sunburst/2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b672458b5441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5b30e5bd074f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ac6217f7a848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326c7553144b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2d33a2704446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27b391e80243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529E2D-CC61-43EB-8848-065E4D92908D}"/>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DA3F13-AE27-4EEB-A33F-2A527F04011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8D1FFC-4110-4DE3-BE7F-95DAF2BB6C3D}"/>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338EBA-48DC-4FE8-8B90-C7D589B43D4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17DC57-B1B9-44C5-9796-495A735E717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09A5EC-CAB7-46A2-8B19-E9CD27FF1CB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F09306-F39C-4F9A-A2D3-CEB0478B58E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854E45D-A4AB-4AC4-8A3E-C808C108A53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15B8B8-35BD-40A6-8D04-809A479B666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D56853-7793-4820-A0AA-DC4155FD633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09f15bdda84c98" /><Relationship Type="http://schemas.openxmlformats.org/officeDocument/2006/relationships/slideLayout" Target="/ppt/slideLayouts/slideLayout1.xml" Id="Rb855e41ac55d48b2" /><Relationship Type="http://schemas.openxmlformats.org/officeDocument/2006/relationships/slideLayout" Target="/ppt/slideLayouts/slideLayout2.xml" Id="R2f0cffedfc4e490a" /><Relationship Type="http://schemas.openxmlformats.org/officeDocument/2006/relationships/slideLayout" Target="/ppt/slideLayouts/slideLayout3.xml" Id="Reac045da5d124bde" /><Relationship Type="http://schemas.openxmlformats.org/officeDocument/2006/relationships/slideLayout" Target="/ppt/slideLayouts/slideLayout4.xml" Id="Rdbe71738ffd14256" /><Relationship Type="http://schemas.openxmlformats.org/officeDocument/2006/relationships/slideLayout" Target="/ppt/slideLayouts/slideLayout5.xml" Id="R30ad34e9ea304244" /><Relationship Type="http://schemas.openxmlformats.org/officeDocument/2006/relationships/slideLayout" Target="/ppt/slideLayouts/slideLayout6.xml" Id="R0878bebb81744d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55e41ac55d48b2"/>
    <p:sldLayoutId xmlns:r="http://schemas.openxmlformats.org/officeDocument/2006/relationships" id="2147483650" r:id="R2f0cffedfc4e490a"/>
    <p:sldLayoutId xmlns:r="http://schemas.openxmlformats.org/officeDocument/2006/relationships" id="2147483651" r:id="Reac045da5d124bde"/>
    <p:sldLayoutId xmlns:r="http://schemas.openxmlformats.org/officeDocument/2006/relationships" id="2147483652" r:id="Rdbe71738ffd14256"/>
    <p:sldLayoutId xmlns:r="http://schemas.openxmlformats.org/officeDocument/2006/relationships" id="2147483653" r:id="R30ad34e9ea304244"/>
    <p:sldLayoutId xmlns:r="http://schemas.openxmlformats.org/officeDocument/2006/relationships" id="2147483654" r:id="R0878bebb81744d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dd6a482cce4d95" /><Relationship Type="http://schemas.openxmlformats.org/officeDocument/2006/relationships/image" Target="/ppt/media/image.png" Id="R240dfeb5e4544d39" /><Relationship Type="http://schemas.openxmlformats.org/officeDocument/2006/relationships/notesSlide" Target="/ppt/notesSlides/notesSlide1.xml" Id="R9eac4ade174845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dfdd9c111b42a1" /><Relationship Type="http://schemas.openxmlformats.org/officeDocument/2006/relationships/image" Target="/ppt/media/image2.png" Id="R75f6cb6482894a28" /><Relationship Type="http://schemas.openxmlformats.org/officeDocument/2006/relationships/notesSlide" Target="/ppt/notesSlides/notesSlide2.xml" Id="Rf9475aef276b4a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3820827e634082" /><Relationship Type="http://schemas.openxmlformats.org/officeDocument/2006/relationships/image" Target="/ppt/media/image3.png" Id="R8645342081ce40ba" /><Relationship Type="http://schemas.openxmlformats.org/officeDocument/2006/relationships/notesSlide" Target="/ppt/notesSlides/notesSlide3.xml" Id="R4904429b98494c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a7c6f600944dba" /><Relationship Type="http://schemas.openxmlformats.org/officeDocument/2006/relationships/notesSlide" Target="/ppt/notesSlides/notesSlide4.xml" Id="R7b0ed077fdd14e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38118f23024d08" /><Relationship Type="http://schemas.openxmlformats.org/officeDocument/2006/relationships/notesSlide" Target="/ppt/notesSlides/notesSlide5.xml" Id="Reda2f303a5aa4d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1ac33d8c924657" /><Relationship Type="http://schemas.openxmlformats.org/officeDocument/2006/relationships/notesSlide" Target="/ppt/notesSlides/notesSlide6.xml" Id="Ra74c3dc1dbb642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66ba6dc89b4d73" /><Relationship Type="http://schemas.openxmlformats.org/officeDocument/2006/relationships/notesSlide" Target="/ppt/notesSlides/notesSlide7.xml" Id="Rfc6ec6633d4e4d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55b584ce9f4fa4" /><Relationship Type="http://schemas.openxmlformats.org/officeDocument/2006/relationships/image" Target="/ppt/media/image4.png" Id="R96b26701cc814cd2" /><Relationship Type="http://schemas.openxmlformats.org/officeDocument/2006/relationships/notesSlide" Target="/ppt/notesSlides/notesSlide8.xml" Id="R971ef9acfe7543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d92a584a8a46a6" /><Relationship Type="http://schemas.openxmlformats.org/officeDocument/2006/relationships/notesSlide" Target="/ppt/notesSlides/notesSlide9.xml" Id="R9426570333c84a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bfd9a98b8e4720" /><Relationship Type="http://schemas.openxmlformats.org/officeDocument/2006/relationships/notesSlide" Target="/ppt/notesSlides/notesSlide10.xml" Id="R73e7819ab7984f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5a25e28316f4597" /><Relationship Type="http://schemas.openxmlformats.org/officeDocument/2006/relationships/notesSlide" Target="/ppt/notesSlides/notesSlide11.xml" Id="R1f85f6f200174e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a69a331818340c7" /><Relationship Type="http://schemas.openxmlformats.org/officeDocument/2006/relationships/notesSlide" Target="/ppt/notesSlides/notesSlide12.xml" Id="R6585043c9d274b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8c254265f2f4d1f" /><Relationship Type="http://schemas.openxmlformats.org/officeDocument/2006/relationships/notesSlide" Target="/ppt/notesSlides/notesSlide13.xml" Id="R65636373e01f46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5dfe824784e45a4" /><Relationship Type="http://schemas.openxmlformats.org/officeDocument/2006/relationships/notesSlide" Target="/ppt/notesSlides/notesSlide14.xml" Id="Rbbba94b972a448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45de116d3074a45" /><Relationship Type="http://schemas.openxmlformats.org/officeDocument/2006/relationships/notesSlide" Target="/ppt/notesSlides/notesSlide15.xml" Id="R1f6fc67153f441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36e3b7636ef4ffe" /><Relationship Type="http://schemas.openxmlformats.org/officeDocument/2006/relationships/notesSlide" Target="/ppt/notesSlides/notesSlide16.xml" Id="Ra1cca37a01c54b5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5647C83-F46C-41C3-8A78-90854AC5B851}"/>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Conversación viva</a:t>
            </a:r>
          </a:p>
        </p:txBody>
      </p:sp>
      <p:sp>
        <p:nvSpPr>
          <p:cNvPr id="2" name="text-1">
            <a:extLst xmlns:a="http://schemas.openxmlformats.org/drawingml/2006/main">
              <a:ext uri="{FF2B5EF4-FFF2-40B4-BE49-F238E27FC236}">
                <a16:creationId xmlns:a16="http://schemas.microsoft.com/office/drawing/2014/main" id="{8608309D-E6AB-4FC1-8A77-783C030680E3}"/>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3" name="text-2">
            <a:extLst xmlns:a="http://schemas.openxmlformats.org/drawingml/2006/main">
              <a:ext uri="{FF2B5EF4-FFF2-40B4-BE49-F238E27FC236}">
                <a16:creationId xmlns:a16="http://schemas.microsoft.com/office/drawing/2014/main" id="{04BFE30B-028D-44DB-BE5B-3D58FF8EB75B}"/>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01</a:t>
            </a:r>
          </a:p>
        </p:txBody>
      </p:sp>
      <p:sp>
        <p:nvSpPr>
          <p:cNvPr id="4" name="text-3">
            <a:extLst xmlns:a="http://schemas.openxmlformats.org/drawingml/2006/main">
              <a:ext uri="{FF2B5EF4-FFF2-40B4-BE49-F238E27FC236}">
                <a16:creationId xmlns:a16="http://schemas.microsoft.com/office/drawing/2014/main" id="{92D8E425-F8A5-44F1-92A4-800F6E0548AD}"/>
              </a:ext>
            </a:extLst>
          </p:cNvPr>
          <p:cNvSpPr>
            <a:spLocks xmlns:a="http://schemas.openxmlformats.org/drawingml/2006/main" noGrp="1"/>
          </p:cNvSpPr>
          <p:nvPr/>
        </p:nvSpPr>
        <p:spPr>
          <a:xfrm xmlns:a="http://schemas.openxmlformats.org/drawingml/2006/main">
            <a:off x="714375" y="2143125"/>
            <a:ext cx="6572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800" b="0">
                <a:solidFill>
                  <a:srgbClr val="277747"/>
                </a:solidFill>
                <a:latin typeface="DejaVu Sans"/>
                <a:ea typeface="DejaVu Sans"/>
                <a:cs typeface="DejaVu Sans"/>
              </a:defRPr>
            </a:defPPr>
            <a:lvl1pPr>
              <a:defRPr sz="4800" b="0">
                <a:solidFill>
                  <a:srgbClr val="277747"/>
                </a:solidFill>
                <a:latin typeface="DejaVu Sans"/>
                <a:ea typeface="DejaVu Sans"/>
                <a:cs typeface="DejaVu Sans"/>
              </a:defRPr>
            </a:lvl1pPr>
            <a:lvl2pPr>
              <a:defRPr sz="4800" b="0">
                <a:solidFill>
                  <a:srgbClr val="277747"/>
                </a:solidFill>
                <a:latin typeface="DejaVu Sans"/>
                <a:ea typeface="DejaVu Sans"/>
                <a:cs typeface="DejaVu Sans"/>
              </a:defRPr>
            </a:lvl2pPr>
            <a:lvl3pPr>
              <a:defRPr sz="4800" b="0">
                <a:solidFill>
                  <a:srgbClr val="277747"/>
                </a:solidFill>
                <a:latin typeface="DejaVu Sans"/>
                <a:ea typeface="DejaVu Sans"/>
                <a:cs typeface="DejaVu Sans"/>
              </a:defRPr>
            </a:lvl3pPr>
            <a:lvl4pPr>
              <a:defRPr sz="4800" b="0">
                <a:solidFill>
                  <a:srgbClr val="277747"/>
                </a:solidFill>
                <a:latin typeface="DejaVu Sans"/>
                <a:ea typeface="DejaVu Sans"/>
                <a:cs typeface="DejaVu Sans"/>
              </a:defRPr>
            </a:lvl4pPr>
            <a:lvl5pPr>
              <a:defRPr sz="4800" b="0">
                <a:solidFill>
                  <a:srgbClr val="277747"/>
                </a:solidFill>
                <a:latin typeface="DejaVu Sans"/>
                <a:ea typeface="DejaVu Sans"/>
                <a:cs typeface="DejaVu Sans"/>
              </a:defRPr>
            </a:lvl5pPr>
            <a:lvl6pPr>
              <a:defRPr sz="4800" b="0">
                <a:solidFill>
                  <a:srgbClr val="277747"/>
                </a:solidFill>
                <a:latin typeface="DejaVu Sans"/>
                <a:ea typeface="DejaVu Sans"/>
                <a:cs typeface="DejaVu Sans"/>
              </a:defRPr>
            </a:lvl6pPr>
            <a:lvl7pPr>
              <a:defRPr sz="4800" b="0">
                <a:solidFill>
                  <a:srgbClr val="277747"/>
                </a:solidFill>
                <a:latin typeface="DejaVu Sans"/>
                <a:ea typeface="DejaVu Sans"/>
                <a:cs typeface="DejaVu Sans"/>
              </a:defRPr>
            </a:lvl7pPr>
            <a:lvl8pPr>
              <a:defRPr sz="4800" b="0">
                <a:solidFill>
                  <a:srgbClr val="277747"/>
                </a:solidFill>
                <a:latin typeface="DejaVu Sans"/>
                <a:ea typeface="DejaVu Sans"/>
                <a:cs typeface="DejaVu Sans"/>
              </a:defRPr>
            </a:lvl8pPr>
            <a:lvl9pPr>
              <a:defRPr sz="4800" b="0">
                <a:solidFill>
                  <a:srgbClr val="277747"/>
                </a:solidFill>
                <a:latin typeface="DejaVu Sans"/>
                <a:ea typeface="DejaVu Sans"/>
                <a:cs typeface="DejaVu Sans"/>
              </a:defRPr>
            </a:lvl9pPr>
          </a:lstStyle>
          <a:p xmlns:a="http://schemas.openxmlformats.org/drawingml/2006/main">
            <a:pPr>
              <a:defRPr sz="4800" b="0">
                <a:solidFill>
                  <a:srgbClr val="277747"/>
                </a:solidFill>
                <a:latin typeface="DejaVu Sans"/>
                <a:ea typeface="DejaVu Sans"/>
                <a:cs typeface="DejaVu Sans"/>
              </a:defRPr>
            </a:pPr>
            <a:r>
              <a:rPr sz="4800" b="0">
                <a:solidFill>
                  <a:srgbClr val="277747"/>
                </a:solidFill>
                <a:latin typeface="DejaVu Sans"/>
                <a:ea typeface="DejaVu Sans"/>
                <a:cs typeface="DejaVu Sans"/>
              </a:rPr>
              <a:t>Un mapa que crece</a:t>
            </a:r>
          </a:p>
          <a:p xmlns:a="http://schemas.openxmlformats.org/drawingml/2006/main">
            <a:pPr>
              <a:defRPr sz="4800" b="0">
                <a:solidFill>
                  <a:srgbClr val="277747"/>
                </a:solidFill>
                <a:latin typeface="DejaVu Sans"/>
                <a:ea typeface="DejaVu Sans"/>
                <a:cs typeface="DejaVu Sans"/>
              </a:defRPr>
            </a:pPr>
            <a:r>
              <a:rPr sz="4800" b="0">
                <a:solidFill>
                  <a:srgbClr val="277747"/>
                </a:solidFill>
                <a:latin typeface="DejaVu Sans"/>
                <a:ea typeface="DejaVu Sans"/>
                <a:cs typeface="DejaVu Sans"/>
              </a:rPr>
              <a:t>mientras hablamos</a:t>
            </a:r>
          </a:p>
        </p:txBody>
      </p:sp>
      <p:sp>
        <p:nvSpPr>
          <p:cNvPr id="5" name="text-4">
            <a:extLst xmlns:a="http://schemas.openxmlformats.org/drawingml/2006/main">
              <a:ext uri="{FF2B5EF4-FFF2-40B4-BE49-F238E27FC236}">
                <a16:creationId xmlns:a16="http://schemas.microsoft.com/office/drawing/2014/main" id="{929C5B2B-0B55-45F3-9C66-3EBF578F144C}"/>
              </a:ext>
            </a:extLst>
          </p:cNvPr>
          <p:cNvSpPr>
            <a:spLocks xmlns:a="http://schemas.openxmlformats.org/drawingml/2006/main" noGrp="1"/>
          </p:cNvSpPr>
          <p:nvPr/>
        </p:nvSpPr>
        <p:spPr>
          <a:xfrm xmlns:a="http://schemas.openxmlformats.org/drawingml/2006/main">
            <a:off x="742950" y="4667250"/>
            <a:ext cx="5810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36A62"/>
                </a:solidFill>
                <a:latin typeface="DejaVu Sans"/>
                <a:ea typeface="DejaVu Sans"/>
                <a:cs typeface="DejaVu Sans"/>
              </a:defRPr>
            </a:defPPr>
            <a:lvl1pPr>
              <a:defRPr sz="2175" b="0">
                <a:solidFill>
                  <a:srgbClr val="536A62"/>
                </a:solidFill>
                <a:latin typeface="DejaVu Sans"/>
                <a:ea typeface="DejaVu Sans"/>
                <a:cs typeface="DejaVu Sans"/>
              </a:defRPr>
            </a:lvl1pPr>
            <a:lvl2pPr>
              <a:defRPr sz="2175" b="0">
                <a:solidFill>
                  <a:srgbClr val="536A62"/>
                </a:solidFill>
                <a:latin typeface="DejaVu Sans"/>
                <a:ea typeface="DejaVu Sans"/>
                <a:cs typeface="DejaVu Sans"/>
              </a:defRPr>
            </a:lvl2pPr>
            <a:lvl3pPr>
              <a:defRPr sz="2175" b="0">
                <a:solidFill>
                  <a:srgbClr val="536A62"/>
                </a:solidFill>
                <a:latin typeface="DejaVu Sans"/>
                <a:ea typeface="DejaVu Sans"/>
                <a:cs typeface="DejaVu Sans"/>
              </a:defRPr>
            </a:lvl3pPr>
            <a:lvl4pPr>
              <a:defRPr sz="2175" b="0">
                <a:solidFill>
                  <a:srgbClr val="536A62"/>
                </a:solidFill>
                <a:latin typeface="DejaVu Sans"/>
                <a:ea typeface="DejaVu Sans"/>
                <a:cs typeface="DejaVu Sans"/>
              </a:defRPr>
            </a:lvl4pPr>
            <a:lvl5pPr>
              <a:defRPr sz="2175" b="0">
                <a:solidFill>
                  <a:srgbClr val="536A62"/>
                </a:solidFill>
                <a:latin typeface="DejaVu Sans"/>
                <a:ea typeface="DejaVu Sans"/>
                <a:cs typeface="DejaVu Sans"/>
              </a:defRPr>
            </a:lvl5pPr>
            <a:lvl6pPr>
              <a:defRPr sz="2175" b="0">
                <a:solidFill>
                  <a:srgbClr val="536A62"/>
                </a:solidFill>
                <a:latin typeface="DejaVu Sans"/>
                <a:ea typeface="DejaVu Sans"/>
                <a:cs typeface="DejaVu Sans"/>
              </a:defRPr>
            </a:lvl6pPr>
            <a:lvl7pPr>
              <a:defRPr sz="2175" b="0">
                <a:solidFill>
                  <a:srgbClr val="536A62"/>
                </a:solidFill>
                <a:latin typeface="DejaVu Sans"/>
                <a:ea typeface="DejaVu Sans"/>
                <a:cs typeface="DejaVu Sans"/>
              </a:defRPr>
            </a:lvl7pPr>
            <a:lvl8pPr>
              <a:defRPr sz="2175" b="0">
                <a:solidFill>
                  <a:srgbClr val="536A62"/>
                </a:solidFill>
                <a:latin typeface="DejaVu Sans"/>
                <a:ea typeface="DejaVu Sans"/>
                <a:cs typeface="DejaVu Sans"/>
              </a:defRPr>
            </a:lvl8pPr>
            <a:lvl9pPr>
              <a:defRPr sz="2175" b="0">
                <a:solidFill>
                  <a:srgbClr val="536A62"/>
                </a:solidFill>
                <a:latin typeface="DejaVu Sans"/>
                <a:ea typeface="DejaVu Sans"/>
                <a:cs typeface="DejaVu Sans"/>
              </a:defRPr>
            </a:lvl9pPr>
          </a:lstStyle>
          <a:p xmlns:a="http://schemas.openxmlformats.org/drawingml/2006/main">
            <a:pPr>
              <a:defRPr sz="2175" b="0">
                <a:solidFill>
                  <a:srgbClr val="536A62"/>
                </a:solidFill>
                <a:latin typeface="DejaVu Sans"/>
                <a:ea typeface="DejaVu Sans"/>
                <a:cs typeface="DejaVu Sans"/>
              </a:defRPr>
            </a:pPr>
            <a:r>
              <a:rPr sz="2175" b="0">
                <a:solidFill>
                  <a:srgbClr val="536A62"/>
                </a:solidFill>
                <a:latin typeface="DejaVu Sans"/>
                <a:ea typeface="DejaVu Sans"/>
                <a:cs typeface="DejaVu Sans"/>
              </a:rPr>
              <a:t>Visualización de conceptos y evolución</a:t>
            </a:r>
          </a:p>
          <a:p xmlns:a="http://schemas.openxmlformats.org/drawingml/2006/main">
            <a:pPr>
              <a:defRPr sz="2175" b="0">
                <a:solidFill>
                  <a:srgbClr val="536A62"/>
                </a:solidFill>
                <a:latin typeface="DejaVu Sans"/>
                <a:ea typeface="DejaVu Sans"/>
                <a:cs typeface="DejaVu Sans"/>
              </a:defRPr>
            </a:pPr>
            <a:r>
              <a:rPr sz="2175" b="0">
                <a:solidFill>
                  <a:srgbClr val="536A62"/>
                </a:solidFill>
                <a:latin typeface="DejaVu Sans"/>
                <a:ea typeface="DejaVu Sans"/>
                <a:cs typeface="DejaVu Sans"/>
              </a:rPr>
              <a:t>temática para una charla presencial</a:t>
            </a:r>
          </a:p>
        </p:txBody>
      </p:sp>
      <p:sp>
        <p:nvSpPr>
          <p:cNvPr id="6" name="text-5">
            <a:extLst xmlns:a="http://schemas.openxmlformats.org/drawingml/2006/main">
              <a:ext uri="{FF2B5EF4-FFF2-40B4-BE49-F238E27FC236}">
                <a16:creationId xmlns:a16="http://schemas.microsoft.com/office/drawing/2014/main" id="{174311AF-1949-45DB-B59B-94221AD11301}"/>
              </a:ext>
            </a:extLst>
          </p:cNvPr>
          <p:cNvSpPr>
            <a:spLocks xmlns:a="http://schemas.openxmlformats.org/drawingml/2006/main" noGrp="1"/>
          </p:cNvSpPr>
          <p:nvPr/>
        </p:nvSpPr>
        <p:spPr>
          <a:xfrm xmlns:a="http://schemas.openxmlformats.org/drawingml/2006/main">
            <a:off x="742950" y="6448425"/>
            <a:ext cx="609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73B31"/>
                </a:solidFill>
                <a:latin typeface="DejaVu Sans"/>
                <a:ea typeface="DejaVu Sans"/>
                <a:cs typeface="DejaVu Sans"/>
              </a:defRPr>
            </a:defPPr>
            <a:lvl1pPr>
              <a:defRPr sz="1725" b="0">
                <a:solidFill>
                  <a:srgbClr val="173B31"/>
                </a:solidFill>
                <a:latin typeface="DejaVu Sans"/>
                <a:ea typeface="DejaVu Sans"/>
                <a:cs typeface="DejaVu Sans"/>
              </a:defRPr>
            </a:lvl1pPr>
            <a:lvl2pPr>
              <a:defRPr sz="1725" b="0">
                <a:solidFill>
                  <a:srgbClr val="173B31"/>
                </a:solidFill>
                <a:latin typeface="DejaVu Sans"/>
                <a:ea typeface="DejaVu Sans"/>
                <a:cs typeface="DejaVu Sans"/>
              </a:defRPr>
            </a:lvl2pPr>
            <a:lvl3pPr>
              <a:defRPr sz="1725" b="0">
                <a:solidFill>
                  <a:srgbClr val="173B31"/>
                </a:solidFill>
                <a:latin typeface="DejaVu Sans"/>
                <a:ea typeface="DejaVu Sans"/>
                <a:cs typeface="DejaVu Sans"/>
              </a:defRPr>
            </a:lvl3pPr>
            <a:lvl4pPr>
              <a:defRPr sz="1725" b="0">
                <a:solidFill>
                  <a:srgbClr val="173B31"/>
                </a:solidFill>
                <a:latin typeface="DejaVu Sans"/>
                <a:ea typeface="DejaVu Sans"/>
                <a:cs typeface="DejaVu Sans"/>
              </a:defRPr>
            </a:lvl4pPr>
            <a:lvl5pPr>
              <a:defRPr sz="1725" b="0">
                <a:solidFill>
                  <a:srgbClr val="173B31"/>
                </a:solidFill>
                <a:latin typeface="DejaVu Sans"/>
                <a:ea typeface="DejaVu Sans"/>
                <a:cs typeface="DejaVu Sans"/>
              </a:defRPr>
            </a:lvl5pPr>
            <a:lvl6pPr>
              <a:defRPr sz="1725" b="0">
                <a:solidFill>
                  <a:srgbClr val="173B31"/>
                </a:solidFill>
                <a:latin typeface="DejaVu Sans"/>
                <a:ea typeface="DejaVu Sans"/>
                <a:cs typeface="DejaVu Sans"/>
              </a:defRPr>
            </a:lvl6pPr>
            <a:lvl7pPr>
              <a:defRPr sz="1725" b="0">
                <a:solidFill>
                  <a:srgbClr val="173B31"/>
                </a:solidFill>
                <a:latin typeface="DejaVu Sans"/>
                <a:ea typeface="DejaVu Sans"/>
                <a:cs typeface="DejaVu Sans"/>
              </a:defRPr>
            </a:lvl7pPr>
            <a:lvl8pPr>
              <a:defRPr sz="1725" b="0">
                <a:solidFill>
                  <a:srgbClr val="173B31"/>
                </a:solidFill>
                <a:latin typeface="DejaVu Sans"/>
                <a:ea typeface="DejaVu Sans"/>
                <a:cs typeface="DejaVu Sans"/>
              </a:defRPr>
            </a:lvl8pPr>
            <a:lvl9pPr>
              <a:defRPr sz="1725" b="0">
                <a:solidFill>
                  <a:srgbClr val="173B31"/>
                </a:solidFill>
                <a:latin typeface="DejaVu Sans"/>
                <a:ea typeface="DejaVu Sans"/>
                <a:cs typeface="DejaVu Sans"/>
              </a:defRPr>
            </a:lvl9pPr>
          </a:lstStyle>
          <a:p xmlns:a="http://schemas.openxmlformats.org/drawingml/2006/main">
            <a:pPr>
              <a:defRPr sz="1725" b="0">
                <a:solidFill>
                  <a:srgbClr val="173B31"/>
                </a:solidFill>
                <a:latin typeface="DejaVu Sans"/>
                <a:ea typeface="DejaVu Sans"/>
                <a:cs typeface="DejaVu Sans"/>
              </a:defRPr>
            </a:pPr>
            <a:r>
              <a:rPr sz="1725" b="0">
                <a:solidFill>
                  <a:srgbClr val="173B31"/>
                </a:solidFill>
                <a:latin typeface="DejaVu Sans"/>
                <a:ea typeface="DejaVu Sans"/>
                <a:cs typeface="DejaVu Sans"/>
              </a:rPr>
              <a:t>Propuesta para MinAmbiente</a:t>
            </a:r>
          </a:p>
          <a:p xmlns:a="http://schemas.openxmlformats.org/drawingml/2006/main">
            <a:pPr>
              <a:defRPr sz="1725" b="0">
                <a:solidFill>
                  <a:srgbClr val="173B31"/>
                </a:solidFill>
                <a:latin typeface="DejaVu Sans"/>
                <a:ea typeface="DejaVu Sans"/>
                <a:cs typeface="DejaVu Sans"/>
              </a:defRPr>
            </a:pPr>
            <a:r>
              <a:rPr sz="1725" b="0">
                <a:solidFill>
                  <a:srgbClr val="173B31"/>
                </a:solidFill>
                <a:latin typeface="DejaVu Sans"/>
                <a:ea typeface="DejaVu Sans"/>
                <a:cs typeface="DejaVu Sans"/>
              </a:rPr>
              <a:t>Luis Gabriel Moreno Sandoval</a:t>
            </a:r>
          </a:p>
          <a:p xmlns:a="http://schemas.openxmlformats.org/drawingml/2006/main">
            <a:pPr>
              <a:defRPr sz="1725" b="0">
                <a:solidFill>
                  <a:srgbClr val="173B31"/>
                </a:solidFill>
                <a:latin typeface="DejaVu Sans"/>
                <a:ea typeface="DejaVu Sans"/>
                <a:cs typeface="DejaVu Sans"/>
              </a:defRPr>
            </a:pPr>
            <a:r>
              <a:rPr sz="1725" b="0">
                <a:solidFill>
                  <a:srgbClr val="173B31"/>
                </a:solidFill>
                <a:latin typeface="DejaVu Sans"/>
                <a:ea typeface="DejaVu Sans"/>
                <a:cs typeface="DejaVu Sans"/>
              </a:rPr>
              <a:t>23 de octubre de 2026</a:t>
            </a:r>
          </a:p>
        </p:txBody>
      </p:sp>
      <p:pic>
        <p:nvPicPr>
          <p:cNvPr id="7" name="">
            <a:extLst xmlns:a="http://schemas.openxmlformats.org/drawingml/2006/main">
              <a:ext uri="{FF2B5EF4-FFF2-40B4-BE49-F238E27FC236}">
                <a16:creationId xmlns:a16="http://schemas.microsoft.com/office/drawing/2014/main" id="{C4696C8C-E375-4240-A7D1-6504F19DAD80}"/>
              </a:ext>
            </a:extLst>
          </p:cNvPr>
          <p:cNvPicPr>
            <a:picLocks xmlns:a="http://schemas.openxmlformats.org/drawingml/2006/main" noChangeAspect="1"/>
          </p:cNvPicPr>
          <p:nvPr/>
        </p:nvPicPr>
        <p:blipFill>
          <a:blip xmlns:r="http://schemas.openxmlformats.org/officeDocument/2006/relationships" xmlns:a="http://schemas.openxmlformats.org/drawingml/2006/main" r:embed="R240dfeb5e4544d39"/>
          <a:stretch xmlns:a="http://schemas.openxmlformats.org/drawingml/2006/main"/>
        </p:blipFill>
        <p:spPr>
          <a:xfrm xmlns:a="http://schemas.openxmlformats.org/drawingml/2006/main">
            <a:off x="7239000" y="2538905"/>
            <a:ext cx="7715250" cy="4256690"/>
          </a:xfrm>
          <a:prstGeom xmlns:a="http://schemas.openxmlformats.org/drawingml/2006/main" prst="rect">
            <a:avLst/>
          </a:prstGeom>
        </p:spPr>
      </p:pic>
    </p:spTree>
    <p:extLst>
      <p:ext uri="{BB962C8B-B14F-4D97-AF65-F5344CB8AC3E}">
        <p14:creationId xmlns:p14="http://schemas.microsoft.com/office/powerpoint/2010/main" val="12161908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7A3F2E0-4932-4147-AA81-719871A639FD}"/>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El mapa de la conversación</a:t>
            </a:r>
          </a:p>
        </p:txBody>
      </p:sp>
      <p:sp>
        <p:nvSpPr>
          <p:cNvPr id="2" name="text-1">
            <a:extLst xmlns:a="http://schemas.openxmlformats.org/drawingml/2006/main">
              <a:ext uri="{FF2B5EF4-FFF2-40B4-BE49-F238E27FC236}">
                <a16:creationId xmlns:a16="http://schemas.microsoft.com/office/drawing/2014/main" id="{D0476BD1-6CBD-4CD1-B112-7D82B11483BE}"/>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Los conceptos aparecen, se agrupan por tema y conectan intervenciones relacionadas.</a:t>
            </a:r>
          </a:p>
        </p:txBody>
      </p:sp>
      <p:sp>
        <p:nvSpPr>
          <p:cNvPr id="3" name="text-2">
            <a:extLst xmlns:a="http://schemas.openxmlformats.org/drawingml/2006/main">
              <a:ext uri="{FF2B5EF4-FFF2-40B4-BE49-F238E27FC236}">
                <a16:creationId xmlns:a16="http://schemas.microsoft.com/office/drawing/2014/main" id="{BFBAC6CF-9C4D-4CF8-A314-3C3003A3C3D0}"/>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EA0AEFD4-2528-425A-B19D-493E84900F0A}"/>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02</a:t>
            </a:r>
          </a:p>
        </p:txBody>
      </p:sp>
      <p:pic>
        <p:nvPicPr>
          <p:cNvPr id="5" name="">
            <a:extLst xmlns:a="http://schemas.openxmlformats.org/drawingml/2006/main">
              <a:ext uri="{FF2B5EF4-FFF2-40B4-BE49-F238E27FC236}">
                <a16:creationId xmlns:a16="http://schemas.microsoft.com/office/drawing/2014/main" id="{66CF3590-8378-4AAC-A311-2DC89CA765B7}"/>
              </a:ext>
            </a:extLst>
          </p:cNvPr>
          <p:cNvPicPr>
            <a:picLocks xmlns:a="http://schemas.openxmlformats.org/drawingml/2006/main" noChangeAspect="1"/>
          </p:cNvPicPr>
          <p:nvPr/>
        </p:nvPicPr>
        <p:blipFill>
          <a:blip xmlns:r="http://schemas.openxmlformats.org/officeDocument/2006/relationships" xmlns:a="http://schemas.openxmlformats.org/drawingml/2006/main" r:embed="R75f6cb6482894a28"/>
          <a:stretch xmlns:a="http://schemas.openxmlformats.org/drawingml/2006/main"/>
        </p:blipFill>
        <p:spPr>
          <a:xfrm xmlns:a="http://schemas.openxmlformats.org/drawingml/2006/main">
            <a:off x="2336602" y="2095500"/>
            <a:ext cx="10185797" cy="56197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24B14684-E5EA-497B-A764-D59CC69AB90B}"/>
              </a:ext>
            </a:extLst>
          </p:cNvPr>
          <p:cNvSpPr>
            <a:spLocks xmlns:a="http://schemas.openxmlformats.org/drawingml/2006/main" noGrp="1"/>
          </p:cNvSpPr>
          <p:nvPr/>
        </p:nvSpPr>
        <p:spPr>
          <a:xfrm xmlns:a="http://schemas.openxmlformats.org/drawingml/2006/main">
            <a:off x="1428750" y="7620000"/>
            <a:ext cx="1285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36A62"/>
                </a:solidFill>
                <a:latin typeface="DejaVu Sans"/>
                <a:ea typeface="DejaVu Sans"/>
                <a:cs typeface="DejaVu Sans"/>
              </a:defRPr>
            </a:defPPr>
            <a:lvl1pPr>
              <a:defRPr sz="1500" b="0">
                <a:solidFill>
                  <a:srgbClr val="536A62"/>
                </a:solidFill>
                <a:latin typeface="DejaVu Sans"/>
                <a:ea typeface="DejaVu Sans"/>
                <a:cs typeface="DejaVu Sans"/>
              </a:defRPr>
            </a:lvl1pPr>
            <a:lvl2pPr>
              <a:defRPr sz="1500" b="0">
                <a:solidFill>
                  <a:srgbClr val="536A62"/>
                </a:solidFill>
                <a:latin typeface="DejaVu Sans"/>
                <a:ea typeface="DejaVu Sans"/>
                <a:cs typeface="DejaVu Sans"/>
              </a:defRPr>
            </a:lvl2pPr>
            <a:lvl3pPr>
              <a:defRPr sz="1500" b="0">
                <a:solidFill>
                  <a:srgbClr val="536A62"/>
                </a:solidFill>
                <a:latin typeface="DejaVu Sans"/>
                <a:ea typeface="DejaVu Sans"/>
                <a:cs typeface="DejaVu Sans"/>
              </a:defRPr>
            </a:lvl3pPr>
            <a:lvl4pPr>
              <a:defRPr sz="1500" b="0">
                <a:solidFill>
                  <a:srgbClr val="536A62"/>
                </a:solidFill>
                <a:latin typeface="DejaVu Sans"/>
                <a:ea typeface="DejaVu Sans"/>
                <a:cs typeface="DejaVu Sans"/>
              </a:defRPr>
            </a:lvl4pPr>
            <a:lvl5pPr>
              <a:defRPr sz="1500" b="0">
                <a:solidFill>
                  <a:srgbClr val="536A62"/>
                </a:solidFill>
                <a:latin typeface="DejaVu Sans"/>
                <a:ea typeface="DejaVu Sans"/>
                <a:cs typeface="DejaVu Sans"/>
              </a:defRPr>
            </a:lvl5pPr>
            <a:lvl6pPr>
              <a:defRPr sz="1500" b="0">
                <a:solidFill>
                  <a:srgbClr val="536A62"/>
                </a:solidFill>
                <a:latin typeface="DejaVu Sans"/>
                <a:ea typeface="DejaVu Sans"/>
                <a:cs typeface="DejaVu Sans"/>
              </a:defRPr>
            </a:lvl6pPr>
            <a:lvl7pPr>
              <a:defRPr sz="1500" b="0">
                <a:solidFill>
                  <a:srgbClr val="536A62"/>
                </a:solidFill>
                <a:latin typeface="DejaVu Sans"/>
                <a:ea typeface="DejaVu Sans"/>
                <a:cs typeface="DejaVu Sans"/>
              </a:defRPr>
            </a:lvl7pPr>
            <a:lvl8pPr>
              <a:defRPr sz="1500" b="0">
                <a:solidFill>
                  <a:srgbClr val="536A62"/>
                </a:solidFill>
                <a:latin typeface="DejaVu Sans"/>
                <a:ea typeface="DejaVu Sans"/>
                <a:cs typeface="DejaVu Sans"/>
              </a:defRPr>
            </a:lvl8pPr>
            <a:lvl9pPr>
              <a:defRPr sz="1500" b="0">
                <a:solidFill>
                  <a:srgbClr val="536A62"/>
                </a:solidFill>
                <a:latin typeface="DejaVu Sans"/>
                <a:ea typeface="DejaVu Sans"/>
                <a:cs typeface="DejaVu Sans"/>
              </a:defRPr>
            </a:lvl9pPr>
          </a:lstStyle>
          <a:p xmlns:a="http://schemas.openxmlformats.org/drawingml/2006/main">
            <a:pPr>
              <a:defRPr sz="1500" b="0">
                <a:solidFill>
                  <a:srgbClr val="536A62"/>
                </a:solidFill>
                <a:latin typeface="DejaVu Sans"/>
                <a:ea typeface="DejaVu Sans"/>
                <a:cs typeface="DejaVu Sans"/>
              </a:defRPr>
            </a:pPr>
            <a:r>
              <a:rPr sz="1500" b="0">
                <a:solidFill>
                  <a:srgbClr val="536A62"/>
                </a:solidFill>
                <a:latin typeface="DejaVu Sans"/>
                <a:ea typeface="DejaVu Sans"/>
                <a:cs typeface="DejaVu Sans"/>
              </a:rPr>
              <a:t>Ejemplo simulado · Agua, biodiversidad, clima, territorio, datos e IA y gobernanza</a:t>
            </a:r>
          </a:p>
        </p:txBody>
      </p:sp>
    </p:spTree>
    <p:extLst>
      <p:ext uri="{BB962C8B-B14F-4D97-AF65-F5344CB8AC3E}">
        <p14:creationId xmlns:p14="http://schemas.microsoft.com/office/powerpoint/2010/main" val="15462545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BBD9CE3-A2BD-4F26-90C8-1202C55D9E53}"/>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La evolución de los temas</a:t>
            </a:r>
          </a:p>
        </p:txBody>
      </p:sp>
      <p:sp>
        <p:nvSpPr>
          <p:cNvPr id="2" name="text-1">
            <a:extLst xmlns:a="http://schemas.openxmlformats.org/drawingml/2006/main">
              <a:ext uri="{FF2B5EF4-FFF2-40B4-BE49-F238E27FC236}">
                <a16:creationId xmlns:a16="http://schemas.microsoft.com/office/drawing/2014/main" id="{6645C42B-81D8-439A-BA12-FBF9B57405D2}"/>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Una vista temporal permite seguir los cambios de foco a lo largo de la charla.</a:t>
            </a:r>
          </a:p>
        </p:txBody>
      </p:sp>
      <p:sp>
        <p:nvSpPr>
          <p:cNvPr id="3" name="text-2">
            <a:extLst xmlns:a="http://schemas.openxmlformats.org/drawingml/2006/main">
              <a:ext uri="{FF2B5EF4-FFF2-40B4-BE49-F238E27FC236}">
                <a16:creationId xmlns:a16="http://schemas.microsoft.com/office/drawing/2014/main" id="{7A8D292A-7959-4141-9E30-4AAA0B2B010E}"/>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AA88C9BF-7476-4971-B0FD-F60CDE76FB08}"/>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03</a:t>
            </a:r>
          </a:p>
        </p:txBody>
      </p:sp>
      <p:pic>
        <p:nvPicPr>
          <p:cNvPr id="5" name="">
            <a:extLst xmlns:a="http://schemas.openxmlformats.org/drawingml/2006/main">
              <a:ext uri="{FF2B5EF4-FFF2-40B4-BE49-F238E27FC236}">
                <a16:creationId xmlns:a16="http://schemas.microsoft.com/office/drawing/2014/main" id="{8FF6A142-3045-4C19-BB29-05E330022E07}"/>
              </a:ext>
            </a:extLst>
          </p:cNvPr>
          <p:cNvPicPr>
            <a:picLocks xmlns:a="http://schemas.openxmlformats.org/drawingml/2006/main" noChangeAspect="1"/>
          </p:cNvPicPr>
          <p:nvPr/>
        </p:nvPicPr>
        <p:blipFill>
          <a:blip xmlns:r="http://schemas.openxmlformats.org/officeDocument/2006/relationships" xmlns:a="http://schemas.openxmlformats.org/drawingml/2006/main" r:embed="R8645342081ce40ba"/>
          <a:stretch xmlns:a="http://schemas.openxmlformats.org/drawingml/2006/main"/>
        </p:blipFill>
        <p:spPr>
          <a:xfrm xmlns:a="http://schemas.openxmlformats.org/drawingml/2006/main">
            <a:off x="2527102" y="2095500"/>
            <a:ext cx="10185797" cy="56197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90A4DD0F-6C62-4A40-9B2C-EDABD4B9F713}"/>
              </a:ext>
            </a:extLst>
          </p:cNvPr>
          <p:cNvSpPr>
            <a:spLocks xmlns:a="http://schemas.openxmlformats.org/drawingml/2006/main" noGrp="1"/>
          </p:cNvSpPr>
          <p:nvPr/>
        </p:nvSpPr>
        <p:spPr>
          <a:xfrm xmlns:a="http://schemas.openxmlformats.org/drawingml/2006/main">
            <a:off x="1524000" y="71247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167D91"/>
                </a:solidFill>
                <a:latin typeface="DejaVu Sans"/>
                <a:ea typeface="DejaVu Sans"/>
                <a:cs typeface="DejaVu Sans"/>
              </a:defRPr>
            </a:defPPr>
            <a:lvl1pPr>
              <a:defRPr sz="1575" b="0">
                <a:solidFill>
                  <a:srgbClr val="167D91"/>
                </a:solidFill>
                <a:latin typeface="DejaVu Sans"/>
                <a:ea typeface="DejaVu Sans"/>
                <a:cs typeface="DejaVu Sans"/>
              </a:defRPr>
            </a:lvl1pPr>
            <a:lvl2pPr>
              <a:defRPr sz="1575" b="0">
                <a:solidFill>
                  <a:srgbClr val="167D91"/>
                </a:solidFill>
                <a:latin typeface="DejaVu Sans"/>
                <a:ea typeface="DejaVu Sans"/>
                <a:cs typeface="DejaVu Sans"/>
              </a:defRPr>
            </a:lvl2pPr>
            <a:lvl3pPr>
              <a:defRPr sz="1575" b="0">
                <a:solidFill>
                  <a:srgbClr val="167D91"/>
                </a:solidFill>
                <a:latin typeface="DejaVu Sans"/>
                <a:ea typeface="DejaVu Sans"/>
                <a:cs typeface="DejaVu Sans"/>
              </a:defRPr>
            </a:lvl3pPr>
            <a:lvl4pPr>
              <a:defRPr sz="1575" b="0">
                <a:solidFill>
                  <a:srgbClr val="167D91"/>
                </a:solidFill>
                <a:latin typeface="DejaVu Sans"/>
                <a:ea typeface="DejaVu Sans"/>
                <a:cs typeface="DejaVu Sans"/>
              </a:defRPr>
            </a:lvl4pPr>
            <a:lvl5pPr>
              <a:defRPr sz="1575" b="0">
                <a:solidFill>
                  <a:srgbClr val="167D91"/>
                </a:solidFill>
                <a:latin typeface="DejaVu Sans"/>
                <a:ea typeface="DejaVu Sans"/>
                <a:cs typeface="DejaVu Sans"/>
              </a:defRPr>
            </a:lvl5pPr>
            <a:lvl6pPr>
              <a:defRPr sz="1575" b="0">
                <a:solidFill>
                  <a:srgbClr val="167D91"/>
                </a:solidFill>
                <a:latin typeface="DejaVu Sans"/>
                <a:ea typeface="DejaVu Sans"/>
                <a:cs typeface="DejaVu Sans"/>
              </a:defRPr>
            </a:lvl6pPr>
            <a:lvl7pPr>
              <a:defRPr sz="1575" b="0">
                <a:solidFill>
                  <a:srgbClr val="167D91"/>
                </a:solidFill>
                <a:latin typeface="DejaVu Sans"/>
                <a:ea typeface="DejaVu Sans"/>
                <a:cs typeface="DejaVu Sans"/>
              </a:defRPr>
            </a:lvl7pPr>
            <a:lvl8pPr>
              <a:defRPr sz="1575" b="0">
                <a:solidFill>
                  <a:srgbClr val="167D91"/>
                </a:solidFill>
                <a:latin typeface="DejaVu Sans"/>
                <a:ea typeface="DejaVu Sans"/>
                <a:cs typeface="DejaVu Sans"/>
              </a:defRPr>
            </a:lvl8pPr>
            <a:lvl9pPr>
              <a:defRPr sz="1575" b="0">
                <a:solidFill>
                  <a:srgbClr val="167D91"/>
                </a:solidFill>
                <a:latin typeface="DejaVu Sans"/>
                <a:ea typeface="DejaVu Sans"/>
                <a:cs typeface="DejaVu Sans"/>
              </a:defRPr>
            </a:lvl9pPr>
          </a:lstStyle>
          <a:p xmlns:a="http://schemas.openxmlformats.org/drawingml/2006/main">
            <a:pPr>
              <a:defRPr sz="1575" b="0">
                <a:solidFill>
                  <a:srgbClr val="167D91"/>
                </a:solidFill>
                <a:latin typeface="DejaVu Sans"/>
                <a:ea typeface="DejaVu Sans"/>
                <a:cs typeface="DejaVu Sans"/>
              </a:defRPr>
            </a:pPr>
            <a:r>
              <a:rPr sz="1575" b="0">
                <a:solidFill>
                  <a:srgbClr val="167D91"/>
                </a:solidFill>
                <a:latin typeface="DejaVu Sans"/>
                <a:ea typeface="DejaVu Sans"/>
                <a:cs typeface="DejaVu Sans"/>
              </a:rPr>
              <a:t>Agua</a:t>
            </a:r>
          </a:p>
        </p:txBody>
      </p:sp>
      <p:sp>
        <p:nvSpPr>
          <p:cNvPr id="7" name="text-5">
            <a:extLst xmlns:a="http://schemas.openxmlformats.org/drawingml/2006/main">
              <a:ext uri="{FF2B5EF4-FFF2-40B4-BE49-F238E27FC236}">
                <a16:creationId xmlns:a16="http://schemas.microsoft.com/office/drawing/2014/main" id="{796F1EEC-302F-44A0-866D-4A3E96C5E1E8}"/>
              </a:ext>
            </a:extLst>
          </p:cNvPr>
          <p:cNvSpPr>
            <a:spLocks xmlns:a="http://schemas.openxmlformats.org/drawingml/2006/main" noGrp="1"/>
          </p:cNvSpPr>
          <p:nvPr/>
        </p:nvSpPr>
        <p:spPr>
          <a:xfrm xmlns:a="http://schemas.openxmlformats.org/drawingml/2006/main">
            <a:off x="3571875" y="71247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277747"/>
                </a:solidFill>
                <a:latin typeface="DejaVu Sans"/>
                <a:ea typeface="DejaVu Sans"/>
                <a:cs typeface="DejaVu Sans"/>
              </a:defRPr>
            </a:defPPr>
            <a:lvl1pPr>
              <a:defRPr sz="1575" b="0">
                <a:solidFill>
                  <a:srgbClr val="277747"/>
                </a:solidFill>
                <a:latin typeface="DejaVu Sans"/>
                <a:ea typeface="DejaVu Sans"/>
                <a:cs typeface="DejaVu Sans"/>
              </a:defRPr>
            </a:lvl1pPr>
            <a:lvl2pPr>
              <a:defRPr sz="1575" b="0">
                <a:solidFill>
                  <a:srgbClr val="277747"/>
                </a:solidFill>
                <a:latin typeface="DejaVu Sans"/>
                <a:ea typeface="DejaVu Sans"/>
                <a:cs typeface="DejaVu Sans"/>
              </a:defRPr>
            </a:lvl2pPr>
            <a:lvl3pPr>
              <a:defRPr sz="1575" b="0">
                <a:solidFill>
                  <a:srgbClr val="277747"/>
                </a:solidFill>
                <a:latin typeface="DejaVu Sans"/>
                <a:ea typeface="DejaVu Sans"/>
                <a:cs typeface="DejaVu Sans"/>
              </a:defRPr>
            </a:lvl3pPr>
            <a:lvl4pPr>
              <a:defRPr sz="1575" b="0">
                <a:solidFill>
                  <a:srgbClr val="277747"/>
                </a:solidFill>
                <a:latin typeface="DejaVu Sans"/>
                <a:ea typeface="DejaVu Sans"/>
                <a:cs typeface="DejaVu Sans"/>
              </a:defRPr>
            </a:lvl4pPr>
            <a:lvl5pPr>
              <a:defRPr sz="1575" b="0">
                <a:solidFill>
                  <a:srgbClr val="277747"/>
                </a:solidFill>
                <a:latin typeface="DejaVu Sans"/>
                <a:ea typeface="DejaVu Sans"/>
                <a:cs typeface="DejaVu Sans"/>
              </a:defRPr>
            </a:lvl5pPr>
            <a:lvl6pPr>
              <a:defRPr sz="1575" b="0">
                <a:solidFill>
                  <a:srgbClr val="277747"/>
                </a:solidFill>
                <a:latin typeface="DejaVu Sans"/>
                <a:ea typeface="DejaVu Sans"/>
                <a:cs typeface="DejaVu Sans"/>
              </a:defRPr>
            </a:lvl6pPr>
            <a:lvl7pPr>
              <a:defRPr sz="1575" b="0">
                <a:solidFill>
                  <a:srgbClr val="277747"/>
                </a:solidFill>
                <a:latin typeface="DejaVu Sans"/>
                <a:ea typeface="DejaVu Sans"/>
                <a:cs typeface="DejaVu Sans"/>
              </a:defRPr>
            </a:lvl7pPr>
            <a:lvl8pPr>
              <a:defRPr sz="1575" b="0">
                <a:solidFill>
                  <a:srgbClr val="277747"/>
                </a:solidFill>
                <a:latin typeface="DejaVu Sans"/>
                <a:ea typeface="DejaVu Sans"/>
                <a:cs typeface="DejaVu Sans"/>
              </a:defRPr>
            </a:lvl8pPr>
            <a:lvl9pPr>
              <a:defRPr sz="1575" b="0">
                <a:solidFill>
                  <a:srgbClr val="277747"/>
                </a:solidFill>
                <a:latin typeface="DejaVu Sans"/>
                <a:ea typeface="DejaVu Sans"/>
                <a:cs typeface="DejaVu Sans"/>
              </a:defRPr>
            </a:lvl9pPr>
          </a:lstStyle>
          <a:p xmlns:a="http://schemas.openxmlformats.org/drawingml/2006/main">
            <a:pPr>
              <a:defRPr sz="1575" b="0">
                <a:solidFill>
                  <a:srgbClr val="277747"/>
                </a:solidFill>
                <a:latin typeface="DejaVu Sans"/>
                <a:ea typeface="DejaVu Sans"/>
                <a:cs typeface="DejaVu Sans"/>
              </a:defRPr>
            </a:pPr>
            <a:r>
              <a:rPr sz="1575" b="0">
                <a:solidFill>
                  <a:srgbClr val="277747"/>
                </a:solidFill>
                <a:latin typeface="DejaVu Sans"/>
                <a:ea typeface="DejaVu Sans"/>
                <a:cs typeface="DejaVu Sans"/>
              </a:rPr>
              <a:t>Biodiversidad</a:t>
            </a:r>
          </a:p>
        </p:txBody>
      </p:sp>
      <p:sp>
        <p:nvSpPr>
          <p:cNvPr id="8" name="text-6">
            <a:extLst xmlns:a="http://schemas.openxmlformats.org/drawingml/2006/main">
              <a:ext uri="{FF2B5EF4-FFF2-40B4-BE49-F238E27FC236}">
                <a16:creationId xmlns:a16="http://schemas.microsoft.com/office/drawing/2014/main" id="{4C0E967F-CAF4-4847-94F3-828CB5261A6A}"/>
              </a:ext>
            </a:extLst>
          </p:cNvPr>
          <p:cNvSpPr>
            <a:spLocks xmlns:a="http://schemas.openxmlformats.org/drawingml/2006/main" noGrp="1"/>
          </p:cNvSpPr>
          <p:nvPr/>
        </p:nvSpPr>
        <p:spPr>
          <a:xfrm xmlns:a="http://schemas.openxmlformats.org/drawingml/2006/main">
            <a:off x="5619750" y="71247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A86A16"/>
                </a:solidFill>
                <a:latin typeface="DejaVu Sans"/>
                <a:ea typeface="DejaVu Sans"/>
                <a:cs typeface="DejaVu Sans"/>
              </a:defRPr>
            </a:defPPr>
            <a:lvl1pPr>
              <a:defRPr sz="1575" b="0">
                <a:solidFill>
                  <a:srgbClr val="A86A16"/>
                </a:solidFill>
                <a:latin typeface="DejaVu Sans"/>
                <a:ea typeface="DejaVu Sans"/>
                <a:cs typeface="DejaVu Sans"/>
              </a:defRPr>
            </a:lvl1pPr>
            <a:lvl2pPr>
              <a:defRPr sz="1575" b="0">
                <a:solidFill>
                  <a:srgbClr val="A86A16"/>
                </a:solidFill>
                <a:latin typeface="DejaVu Sans"/>
                <a:ea typeface="DejaVu Sans"/>
                <a:cs typeface="DejaVu Sans"/>
              </a:defRPr>
            </a:lvl2pPr>
            <a:lvl3pPr>
              <a:defRPr sz="1575" b="0">
                <a:solidFill>
                  <a:srgbClr val="A86A16"/>
                </a:solidFill>
                <a:latin typeface="DejaVu Sans"/>
                <a:ea typeface="DejaVu Sans"/>
                <a:cs typeface="DejaVu Sans"/>
              </a:defRPr>
            </a:lvl3pPr>
            <a:lvl4pPr>
              <a:defRPr sz="1575" b="0">
                <a:solidFill>
                  <a:srgbClr val="A86A16"/>
                </a:solidFill>
                <a:latin typeface="DejaVu Sans"/>
                <a:ea typeface="DejaVu Sans"/>
                <a:cs typeface="DejaVu Sans"/>
              </a:defRPr>
            </a:lvl4pPr>
            <a:lvl5pPr>
              <a:defRPr sz="1575" b="0">
                <a:solidFill>
                  <a:srgbClr val="A86A16"/>
                </a:solidFill>
                <a:latin typeface="DejaVu Sans"/>
                <a:ea typeface="DejaVu Sans"/>
                <a:cs typeface="DejaVu Sans"/>
              </a:defRPr>
            </a:lvl5pPr>
            <a:lvl6pPr>
              <a:defRPr sz="1575" b="0">
                <a:solidFill>
                  <a:srgbClr val="A86A16"/>
                </a:solidFill>
                <a:latin typeface="DejaVu Sans"/>
                <a:ea typeface="DejaVu Sans"/>
                <a:cs typeface="DejaVu Sans"/>
              </a:defRPr>
            </a:lvl6pPr>
            <a:lvl7pPr>
              <a:defRPr sz="1575" b="0">
                <a:solidFill>
                  <a:srgbClr val="A86A16"/>
                </a:solidFill>
                <a:latin typeface="DejaVu Sans"/>
                <a:ea typeface="DejaVu Sans"/>
                <a:cs typeface="DejaVu Sans"/>
              </a:defRPr>
            </a:lvl7pPr>
            <a:lvl8pPr>
              <a:defRPr sz="1575" b="0">
                <a:solidFill>
                  <a:srgbClr val="A86A16"/>
                </a:solidFill>
                <a:latin typeface="DejaVu Sans"/>
                <a:ea typeface="DejaVu Sans"/>
                <a:cs typeface="DejaVu Sans"/>
              </a:defRPr>
            </a:lvl8pPr>
            <a:lvl9pPr>
              <a:defRPr sz="1575" b="0">
                <a:solidFill>
                  <a:srgbClr val="A86A16"/>
                </a:solidFill>
                <a:latin typeface="DejaVu Sans"/>
                <a:ea typeface="DejaVu Sans"/>
                <a:cs typeface="DejaVu Sans"/>
              </a:defRPr>
            </a:lvl9pPr>
          </a:lstStyle>
          <a:p xmlns:a="http://schemas.openxmlformats.org/drawingml/2006/main">
            <a:pPr>
              <a:defRPr sz="1575" b="0">
                <a:solidFill>
                  <a:srgbClr val="A86A16"/>
                </a:solidFill>
                <a:latin typeface="DejaVu Sans"/>
                <a:ea typeface="DejaVu Sans"/>
                <a:cs typeface="DejaVu Sans"/>
              </a:defRPr>
            </a:pPr>
            <a:r>
              <a:rPr sz="1575" b="0">
                <a:solidFill>
                  <a:srgbClr val="A86A16"/>
                </a:solidFill>
                <a:latin typeface="DejaVu Sans"/>
                <a:ea typeface="DejaVu Sans"/>
                <a:cs typeface="DejaVu Sans"/>
              </a:rPr>
              <a:t>Clima</a:t>
            </a:r>
          </a:p>
        </p:txBody>
      </p:sp>
      <p:sp>
        <p:nvSpPr>
          <p:cNvPr id="9" name="text-7">
            <a:extLst xmlns:a="http://schemas.openxmlformats.org/drawingml/2006/main">
              <a:ext uri="{FF2B5EF4-FFF2-40B4-BE49-F238E27FC236}">
                <a16:creationId xmlns:a16="http://schemas.microsoft.com/office/drawing/2014/main" id="{CE533A61-9D73-4FDD-8AA0-96E24F1C53B4}"/>
              </a:ext>
            </a:extLst>
          </p:cNvPr>
          <p:cNvSpPr>
            <a:spLocks xmlns:a="http://schemas.openxmlformats.org/drawingml/2006/main" noGrp="1"/>
          </p:cNvSpPr>
          <p:nvPr/>
        </p:nvSpPr>
        <p:spPr>
          <a:xfrm xmlns:a="http://schemas.openxmlformats.org/drawingml/2006/main">
            <a:off x="7667625" y="71247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7651A2"/>
                </a:solidFill>
                <a:latin typeface="DejaVu Sans"/>
                <a:ea typeface="DejaVu Sans"/>
                <a:cs typeface="DejaVu Sans"/>
              </a:defRPr>
            </a:defPPr>
            <a:lvl1pPr>
              <a:defRPr sz="1575" b="0">
                <a:solidFill>
                  <a:srgbClr val="7651A2"/>
                </a:solidFill>
                <a:latin typeface="DejaVu Sans"/>
                <a:ea typeface="DejaVu Sans"/>
                <a:cs typeface="DejaVu Sans"/>
              </a:defRPr>
            </a:lvl1pPr>
            <a:lvl2pPr>
              <a:defRPr sz="1575" b="0">
                <a:solidFill>
                  <a:srgbClr val="7651A2"/>
                </a:solidFill>
                <a:latin typeface="DejaVu Sans"/>
                <a:ea typeface="DejaVu Sans"/>
                <a:cs typeface="DejaVu Sans"/>
              </a:defRPr>
            </a:lvl2pPr>
            <a:lvl3pPr>
              <a:defRPr sz="1575" b="0">
                <a:solidFill>
                  <a:srgbClr val="7651A2"/>
                </a:solidFill>
                <a:latin typeface="DejaVu Sans"/>
                <a:ea typeface="DejaVu Sans"/>
                <a:cs typeface="DejaVu Sans"/>
              </a:defRPr>
            </a:lvl3pPr>
            <a:lvl4pPr>
              <a:defRPr sz="1575" b="0">
                <a:solidFill>
                  <a:srgbClr val="7651A2"/>
                </a:solidFill>
                <a:latin typeface="DejaVu Sans"/>
                <a:ea typeface="DejaVu Sans"/>
                <a:cs typeface="DejaVu Sans"/>
              </a:defRPr>
            </a:lvl4pPr>
            <a:lvl5pPr>
              <a:defRPr sz="1575" b="0">
                <a:solidFill>
                  <a:srgbClr val="7651A2"/>
                </a:solidFill>
                <a:latin typeface="DejaVu Sans"/>
                <a:ea typeface="DejaVu Sans"/>
                <a:cs typeface="DejaVu Sans"/>
              </a:defRPr>
            </a:lvl5pPr>
            <a:lvl6pPr>
              <a:defRPr sz="1575" b="0">
                <a:solidFill>
                  <a:srgbClr val="7651A2"/>
                </a:solidFill>
                <a:latin typeface="DejaVu Sans"/>
                <a:ea typeface="DejaVu Sans"/>
                <a:cs typeface="DejaVu Sans"/>
              </a:defRPr>
            </a:lvl6pPr>
            <a:lvl7pPr>
              <a:defRPr sz="1575" b="0">
                <a:solidFill>
                  <a:srgbClr val="7651A2"/>
                </a:solidFill>
                <a:latin typeface="DejaVu Sans"/>
                <a:ea typeface="DejaVu Sans"/>
                <a:cs typeface="DejaVu Sans"/>
              </a:defRPr>
            </a:lvl7pPr>
            <a:lvl8pPr>
              <a:defRPr sz="1575" b="0">
                <a:solidFill>
                  <a:srgbClr val="7651A2"/>
                </a:solidFill>
                <a:latin typeface="DejaVu Sans"/>
                <a:ea typeface="DejaVu Sans"/>
                <a:cs typeface="DejaVu Sans"/>
              </a:defRPr>
            </a:lvl8pPr>
            <a:lvl9pPr>
              <a:defRPr sz="1575" b="0">
                <a:solidFill>
                  <a:srgbClr val="7651A2"/>
                </a:solidFill>
                <a:latin typeface="DejaVu Sans"/>
                <a:ea typeface="DejaVu Sans"/>
                <a:cs typeface="DejaVu Sans"/>
              </a:defRPr>
            </a:lvl9pPr>
          </a:lstStyle>
          <a:p xmlns:a="http://schemas.openxmlformats.org/drawingml/2006/main">
            <a:pPr>
              <a:defRPr sz="1575" b="0">
                <a:solidFill>
                  <a:srgbClr val="7651A2"/>
                </a:solidFill>
                <a:latin typeface="DejaVu Sans"/>
                <a:ea typeface="DejaVu Sans"/>
                <a:cs typeface="DejaVu Sans"/>
              </a:defRPr>
            </a:pPr>
            <a:r>
              <a:rPr sz="1575" b="0">
                <a:solidFill>
                  <a:srgbClr val="7651A2"/>
                </a:solidFill>
                <a:latin typeface="DejaVu Sans"/>
                <a:ea typeface="DejaVu Sans"/>
                <a:cs typeface="DejaVu Sans"/>
              </a:rPr>
              <a:t>Territorio</a:t>
            </a:r>
          </a:p>
        </p:txBody>
      </p:sp>
      <p:sp>
        <p:nvSpPr>
          <p:cNvPr id="10" name="text-8">
            <a:extLst xmlns:a="http://schemas.openxmlformats.org/drawingml/2006/main">
              <a:ext uri="{FF2B5EF4-FFF2-40B4-BE49-F238E27FC236}">
                <a16:creationId xmlns:a16="http://schemas.microsoft.com/office/drawing/2014/main" id="{688DCEE6-3B0A-4F49-8303-0B6F9CF3EB8E}"/>
              </a:ext>
            </a:extLst>
          </p:cNvPr>
          <p:cNvSpPr>
            <a:spLocks xmlns:a="http://schemas.openxmlformats.org/drawingml/2006/main" noGrp="1"/>
          </p:cNvSpPr>
          <p:nvPr/>
        </p:nvSpPr>
        <p:spPr>
          <a:xfrm xmlns:a="http://schemas.openxmlformats.org/drawingml/2006/main">
            <a:off x="9715500" y="71247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326CA8"/>
                </a:solidFill>
                <a:latin typeface="DejaVu Sans"/>
                <a:ea typeface="DejaVu Sans"/>
                <a:cs typeface="DejaVu Sans"/>
              </a:defRPr>
            </a:defPPr>
            <a:lvl1pPr>
              <a:defRPr sz="1575" b="0">
                <a:solidFill>
                  <a:srgbClr val="326CA8"/>
                </a:solidFill>
                <a:latin typeface="DejaVu Sans"/>
                <a:ea typeface="DejaVu Sans"/>
                <a:cs typeface="DejaVu Sans"/>
              </a:defRPr>
            </a:lvl1pPr>
            <a:lvl2pPr>
              <a:defRPr sz="1575" b="0">
                <a:solidFill>
                  <a:srgbClr val="326CA8"/>
                </a:solidFill>
                <a:latin typeface="DejaVu Sans"/>
                <a:ea typeface="DejaVu Sans"/>
                <a:cs typeface="DejaVu Sans"/>
              </a:defRPr>
            </a:lvl2pPr>
            <a:lvl3pPr>
              <a:defRPr sz="1575" b="0">
                <a:solidFill>
                  <a:srgbClr val="326CA8"/>
                </a:solidFill>
                <a:latin typeface="DejaVu Sans"/>
                <a:ea typeface="DejaVu Sans"/>
                <a:cs typeface="DejaVu Sans"/>
              </a:defRPr>
            </a:lvl3pPr>
            <a:lvl4pPr>
              <a:defRPr sz="1575" b="0">
                <a:solidFill>
                  <a:srgbClr val="326CA8"/>
                </a:solidFill>
                <a:latin typeface="DejaVu Sans"/>
                <a:ea typeface="DejaVu Sans"/>
                <a:cs typeface="DejaVu Sans"/>
              </a:defRPr>
            </a:lvl4pPr>
            <a:lvl5pPr>
              <a:defRPr sz="1575" b="0">
                <a:solidFill>
                  <a:srgbClr val="326CA8"/>
                </a:solidFill>
                <a:latin typeface="DejaVu Sans"/>
                <a:ea typeface="DejaVu Sans"/>
                <a:cs typeface="DejaVu Sans"/>
              </a:defRPr>
            </a:lvl5pPr>
            <a:lvl6pPr>
              <a:defRPr sz="1575" b="0">
                <a:solidFill>
                  <a:srgbClr val="326CA8"/>
                </a:solidFill>
                <a:latin typeface="DejaVu Sans"/>
                <a:ea typeface="DejaVu Sans"/>
                <a:cs typeface="DejaVu Sans"/>
              </a:defRPr>
            </a:lvl6pPr>
            <a:lvl7pPr>
              <a:defRPr sz="1575" b="0">
                <a:solidFill>
                  <a:srgbClr val="326CA8"/>
                </a:solidFill>
                <a:latin typeface="DejaVu Sans"/>
                <a:ea typeface="DejaVu Sans"/>
                <a:cs typeface="DejaVu Sans"/>
              </a:defRPr>
            </a:lvl7pPr>
            <a:lvl8pPr>
              <a:defRPr sz="1575" b="0">
                <a:solidFill>
                  <a:srgbClr val="326CA8"/>
                </a:solidFill>
                <a:latin typeface="DejaVu Sans"/>
                <a:ea typeface="DejaVu Sans"/>
                <a:cs typeface="DejaVu Sans"/>
              </a:defRPr>
            </a:lvl8pPr>
            <a:lvl9pPr>
              <a:defRPr sz="1575" b="0">
                <a:solidFill>
                  <a:srgbClr val="326CA8"/>
                </a:solidFill>
                <a:latin typeface="DejaVu Sans"/>
                <a:ea typeface="DejaVu Sans"/>
                <a:cs typeface="DejaVu Sans"/>
              </a:defRPr>
            </a:lvl9pPr>
          </a:lstStyle>
          <a:p xmlns:a="http://schemas.openxmlformats.org/drawingml/2006/main">
            <a:pPr>
              <a:defRPr sz="1575" b="0">
                <a:solidFill>
                  <a:srgbClr val="326CA8"/>
                </a:solidFill>
                <a:latin typeface="DejaVu Sans"/>
                <a:ea typeface="DejaVu Sans"/>
                <a:cs typeface="DejaVu Sans"/>
              </a:defRPr>
            </a:pPr>
            <a:r>
              <a:rPr sz="1575" b="0">
                <a:solidFill>
                  <a:srgbClr val="326CA8"/>
                </a:solidFill>
                <a:latin typeface="DejaVu Sans"/>
                <a:ea typeface="DejaVu Sans"/>
                <a:cs typeface="DejaVu Sans"/>
              </a:rPr>
              <a:t>Datos e IA</a:t>
            </a:r>
          </a:p>
        </p:txBody>
      </p:sp>
      <p:sp>
        <p:nvSpPr>
          <p:cNvPr id="11" name="text-9">
            <a:extLst xmlns:a="http://schemas.openxmlformats.org/drawingml/2006/main">
              <a:ext uri="{FF2B5EF4-FFF2-40B4-BE49-F238E27FC236}">
                <a16:creationId xmlns:a16="http://schemas.microsoft.com/office/drawing/2014/main" id="{C1B00613-210E-472C-B09C-193E2AF7EF86}"/>
              </a:ext>
            </a:extLst>
          </p:cNvPr>
          <p:cNvSpPr>
            <a:spLocks xmlns:a="http://schemas.openxmlformats.org/drawingml/2006/main" noGrp="1"/>
          </p:cNvSpPr>
          <p:nvPr/>
        </p:nvSpPr>
        <p:spPr>
          <a:xfrm xmlns:a="http://schemas.openxmlformats.org/drawingml/2006/main">
            <a:off x="11763375" y="71247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A4486A"/>
                </a:solidFill>
                <a:latin typeface="DejaVu Sans"/>
                <a:ea typeface="DejaVu Sans"/>
                <a:cs typeface="DejaVu Sans"/>
              </a:defRPr>
            </a:defPPr>
            <a:lvl1pPr>
              <a:defRPr sz="1575" b="0">
                <a:solidFill>
                  <a:srgbClr val="A4486A"/>
                </a:solidFill>
                <a:latin typeface="DejaVu Sans"/>
                <a:ea typeface="DejaVu Sans"/>
                <a:cs typeface="DejaVu Sans"/>
              </a:defRPr>
            </a:lvl1pPr>
            <a:lvl2pPr>
              <a:defRPr sz="1575" b="0">
                <a:solidFill>
                  <a:srgbClr val="A4486A"/>
                </a:solidFill>
                <a:latin typeface="DejaVu Sans"/>
                <a:ea typeface="DejaVu Sans"/>
                <a:cs typeface="DejaVu Sans"/>
              </a:defRPr>
            </a:lvl2pPr>
            <a:lvl3pPr>
              <a:defRPr sz="1575" b="0">
                <a:solidFill>
                  <a:srgbClr val="A4486A"/>
                </a:solidFill>
                <a:latin typeface="DejaVu Sans"/>
                <a:ea typeface="DejaVu Sans"/>
                <a:cs typeface="DejaVu Sans"/>
              </a:defRPr>
            </a:lvl3pPr>
            <a:lvl4pPr>
              <a:defRPr sz="1575" b="0">
                <a:solidFill>
                  <a:srgbClr val="A4486A"/>
                </a:solidFill>
                <a:latin typeface="DejaVu Sans"/>
                <a:ea typeface="DejaVu Sans"/>
                <a:cs typeface="DejaVu Sans"/>
              </a:defRPr>
            </a:lvl4pPr>
            <a:lvl5pPr>
              <a:defRPr sz="1575" b="0">
                <a:solidFill>
                  <a:srgbClr val="A4486A"/>
                </a:solidFill>
                <a:latin typeface="DejaVu Sans"/>
                <a:ea typeface="DejaVu Sans"/>
                <a:cs typeface="DejaVu Sans"/>
              </a:defRPr>
            </a:lvl5pPr>
            <a:lvl6pPr>
              <a:defRPr sz="1575" b="0">
                <a:solidFill>
                  <a:srgbClr val="A4486A"/>
                </a:solidFill>
                <a:latin typeface="DejaVu Sans"/>
                <a:ea typeface="DejaVu Sans"/>
                <a:cs typeface="DejaVu Sans"/>
              </a:defRPr>
            </a:lvl6pPr>
            <a:lvl7pPr>
              <a:defRPr sz="1575" b="0">
                <a:solidFill>
                  <a:srgbClr val="A4486A"/>
                </a:solidFill>
                <a:latin typeface="DejaVu Sans"/>
                <a:ea typeface="DejaVu Sans"/>
                <a:cs typeface="DejaVu Sans"/>
              </a:defRPr>
            </a:lvl7pPr>
            <a:lvl8pPr>
              <a:defRPr sz="1575" b="0">
                <a:solidFill>
                  <a:srgbClr val="A4486A"/>
                </a:solidFill>
                <a:latin typeface="DejaVu Sans"/>
                <a:ea typeface="DejaVu Sans"/>
                <a:cs typeface="DejaVu Sans"/>
              </a:defRPr>
            </a:lvl8pPr>
            <a:lvl9pPr>
              <a:defRPr sz="1575" b="0">
                <a:solidFill>
                  <a:srgbClr val="A4486A"/>
                </a:solidFill>
                <a:latin typeface="DejaVu Sans"/>
                <a:ea typeface="DejaVu Sans"/>
                <a:cs typeface="DejaVu Sans"/>
              </a:defRPr>
            </a:lvl9pPr>
          </a:lstStyle>
          <a:p xmlns:a="http://schemas.openxmlformats.org/drawingml/2006/main">
            <a:pPr>
              <a:defRPr sz="1575" b="0">
                <a:solidFill>
                  <a:srgbClr val="A4486A"/>
                </a:solidFill>
                <a:latin typeface="DejaVu Sans"/>
                <a:ea typeface="DejaVu Sans"/>
                <a:cs typeface="DejaVu Sans"/>
              </a:defRPr>
            </a:pPr>
            <a:r>
              <a:rPr sz="1575" b="0">
                <a:solidFill>
                  <a:srgbClr val="A4486A"/>
                </a:solidFill>
                <a:latin typeface="DejaVu Sans"/>
                <a:ea typeface="DejaVu Sans"/>
                <a:cs typeface="DejaVu Sans"/>
              </a:rPr>
              <a:t>Gobernanza</a:t>
            </a:r>
          </a:p>
        </p:txBody>
      </p:sp>
      <p:sp>
        <p:nvSpPr>
          <p:cNvPr id="12" name="text-10">
            <a:extLst xmlns:a="http://schemas.openxmlformats.org/drawingml/2006/main">
              <a:ext uri="{FF2B5EF4-FFF2-40B4-BE49-F238E27FC236}">
                <a16:creationId xmlns:a16="http://schemas.microsoft.com/office/drawing/2014/main" id="{CD2D52AF-5E09-43CC-B2DC-F6FBB92F6C31}"/>
              </a:ext>
            </a:extLst>
          </p:cNvPr>
          <p:cNvSpPr>
            <a:spLocks xmlns:a="http://schemas.openxmlformats.org/drawingml/2006/main" noGrp="1"/>
          </p:cNvSpPr>
          <p:nvPr/>
        </p:nvSpPr>
        <p:spPr>
          <a:xfrm xmlns:a="http://schemas.openxmlformats.org/drawingml/2006/main">
            <a:off x="904875" y="7610475"/>
            <a:ext cx="1333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36A62"/>
                </a:solidFill>
                <a:latin typeface="DejaVu Sans"/>
                <a:ea typeface="DejaVu Sans"/>
                <a:cs typeface="DejaVu Sans"/>
              </a:defRPr>
            </a:defPPr>
            <a:lvl1pPr>
              <a:defRPr sz="1650" b="0">
                <a:solidFill>
                  <a:srgbClr val="536A62"/>
                </a:solidFill>
                <a:latin typeface="DejaVu Sans"/>
                <a:ea typeface="DejaVu Sans"/>
                <a:cs typeface="DejaVu Sans"/>
              </a:defRPr>
            </a:lvl1pPr>
            <a:lvl2pPr>
              <a:defRPr sz="1650" b="0">
                <a:solidFill>
                  <a:srgbClr val="536A62"/>
                </a:solidFill>
                <a:latin typeface="DejaVu Sans"/>
                <a:ea typeface="DejaVu Sans"/>
                <a:cs typeface="DejaVu Sans"/>
              </a:defRPr>
            </a:lvl2pPr>
            <a:lvl3pPr>
              <a:defRPr sz="1650" b="0">
                <a:solidFill>
                  <a:srgbClr val="536A62"/>
                </a:solidFill>
                <a:latin typeface="DejaVu Sans"/>
                <a:ea typeface="DejaVu Sans"/>
                <a:cs typeface="DejaVu Sans"/>
              </a:defRPr>
            </a:lvl3pPr>
            <a:lvl4pPr>
              <a:defRPr sz="1650" b="0">
                <a:solidFill>
                  <a:srgbClr val="536A62"/>
                </a:solidFill>
                <a:latin typeface="DejaVu Sans"/>
                <a:ea typeface="DejaVu Sans"/>
                <a:cs typeface="DejaVu Sans"/>
              </a:defRPr>
            </a:lvl4pPr>
            <a:lvl5pPr>
              <a:defRPr sz="1650" b="0">
                <a:solidFill>
                  <a:srgbClr val="536A62"/>
                </a:solidFill>
                <a:latin typeface="DejaVu Sans"/>
                <a:ea typeface="DejaVu Sans"/>
                <a:cs typeface="DejaVu Sans"/>
              </a:defRPr>
            </a:lvl5pPr>
            <a:lvl6pPr>
              <a:defRPr sz="1650" b="0">
                <a:solidFill>
                  <a:srgbClr val="536A62"/>
                </a:solidFill>
                <a:latin typeface="DejaVu Sans"/>
                <a:ea typeface="DejaVu Sans"/>
                <a:cs typeface="DejaVu Sans"/>
              </a:defRPr>
            </a:lvl6pPr>
            <a:lvl7pPr>
              <a:defRPr sz="1650" b="0">
                <a:solidFill>
                  <a:srgbClr val="536A62"/>
                </a:solidFill>
                <a:latin typeface="DejaVu Sans"/>
                <a:ea typeface="DejaVu Sans"/>
                <a:cs typeface="DejaVu Sans"/>
              </a:defRPr>
            </a:lvl7pPr>
            <a:lvl8pPr>
              <a:defRPr sz="1650" b="0">
                <a:solidFill>
                  <a:srgbClr val="536A62"/>
                </a:solidFill>
                <a:latin typeface="DejaVu Sans"/>
                <a:ea typeface="DejaVu Sans"/>
                <a:cs typeface="DejaVu Sans"/>
              </a:defRPr>
            </a:lvl8pPr>
            <a:lvl9pPr>
              <a:defRPr sz="1650" b="0">
                <a:solidFill>
                  <a:srgbClr val="536A62"/>
                </a:solidFill>
                <a:latin typeface="DejaVu Sans"/>
                <a:ea typeface="DejaVu Sans"/>
                <a:cs typeface="DejaVu Sans"/>
              </a:defRPr>
            </a:lvl9pPr>
          </a:lstStyle>
          <a:p xmlns:a="http://schemas.openxmlformats.org/drawingml/2006/main">
            <a:pPr>
              <a:defRPr sz="1650" b="0">
                <a:solidFill>
                  <a:srgbClr val="536A62"/>
                </a:solidFill>
                <a:latin typeface="DejaVu Sans"/>
                <a:ea typeface="DejaVu Sans"/>
                <a:cs typeface="DejaVu Sans"/>
              </a:defRPr>
            </a:pPr>
            <a:r>
              <a:rPr sz="1650" b="0">
                <a:solidFill>
                  <a:srgbClr val="536A62"/>
                </a:solidFill>
                <a:latin typeface="DejaVu Sans"/>
                <a:ea typeface="DejaVu Sans"/>
                <a:cs typeface="DejaVu Sans"/>
              </a:rPr>
              <a:t>Lectura: proporción temática por fragmento. La anchura temporal no mide minutos de intervención.</a:t>
            </a:r>
          </a:p>
        </p:txBody>
      </p:sp>
    </p:spTree>
    <p:extLst>
      <p:ext uri="{BB962C8B-B14F-4D97-AF65-F5344CB8AC3E}">
        <p14:creationId xmlns:p14="http://schemas.microsoft.com/office/powerpoint/2010/main" val="17857653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F9E71BB-912C-4262-9A1F-6DF06D38E935}"/>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Las referencias y su función</a:t>
            </a:r>
          </a:p>
        </p:txBody>
      </p:sp>
      <p:sp>
        <p:nvSpPr>
          <p:cNvPr id="2" name="text-1">
            <a:extLst xmlns:a="http://schemas.openxmlformats.org/drawingml/2006/main">
              <a:ext uri="{FF2B5EF4-FFF2-40B4-BE49-F238E27FC236}">
                <a16:creationId xmlns:a16="http://schemas.microsoft.com/office/drawing/2014/main" id="{81843863-7470-447A-8D88-1A4872A4090F}"/>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Cada visualización responde a una necesidad distinta de la puesta en escena.</a:t>
            </a:r>
          </a:p>
        </p:txBody>
      </p:sp>
      <p:sp>
        <p:nvSpPr>
          <p:cNvPr id="3" name="text-2">
            <a:extLst xmlns:a="http://schemas.openxmlformats.org/drawingml/2006/main">
              <a:ext uri="{FF2B5EF4-FFF2-40B4-BE49-F238E27FC236}">
                <a16:creationId xmlns:a16="http://schemas.microsoft.com/office/drawing/2014/main" id="{1ABC16CE-D3D5-450F-A12E-D0342C17E81E}"/>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2DFB7A5A-BA4C-4492-9B3B-A3646C3A3C2A}"/>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04</a:t>
            </a:r>
          </a:p>
        </p:txBody>
      </p:sp>
      <p:graphicFrame>
        <p:nvGraphicFramePr>
          <p:cNvPr id="5" name="">
            <a:extLst xmlns:a="http://schemas.openxmlformats.org/drawingml/2006/main">
              <a:ext uri="{FF2B5EF4-FFF2-40B4-BE49-F238E27FC236}">
                <a16:creationId xmlns:a16="http://schemas.microsoft.com/office/drawing/2014/main" id="{AEF5B335-CE45-4D83-BE0E-2964AD1B5373}"/>
              </a:ext>
            </a:extLst>
          </p:cNvPr>
          <p:cNvGraphicFramePr/>
          <p:nvPr/>
        </p:nvGraphicFramePr>
        <p:xfrm>
          <a:off xmlns:a="http://schemas.openxmlformats.org/drawingml/2006/main" x="685800" y="2305050"/>
          <a:ext xmlns:a="http://schemas.openxmlformats.org/drawingml/2006/main" cx="13868400" cy="4953000"/>
        </p:xfrm>
        <a:graphic xmlns:a="http://schemas.openxmlformats.org/drawingml/2006/main">
          <a:graphicData uri="http://schemas.openxmlformats.org/drawingml/2006/table">
            <a:tbl>
              <a:tblPr/>
              <a:tblGrid>
                <a:gridCol w="3333750"/>
                <a:gridCol w="4572000"/>
                <a:gridCol w="5962650"/>
              </a:tblGrid>
              <a:tr h="609600">
                <a:tc>
                  <a:txBody>
                    <a:bodyPr lIns="142875" tIns="142875" rIns="142875" bIns="142875"/>
                    <a:lstStyle/>
                    <a:p>
                      <a:r>
                        <a:rPr sz="1950" b="1">
                          <a:solidFill>
                            <a:srgbClr val="277747"/>
                          </a:solidFill>
                          <a:latin typeface="DejaVu Sans"/>
                          <a:ea typeface="DejaVu Sans"/>
                          <a:cs typeface="DejaVu Sans"/>
                        </a:rPr>
                        <a:t>Referencia</a:t>
                      </a:r>
                    </a:p>
                  </a:txBody>
                  <a:tcPr marL="91440" marR="91440" marT="45720" marB="45720">
                    <a:lnL w="9525">
                      <a:solidFill>
                        <a:srgbClr val="CEDDD3"/>
                      </a:solidFill>
                      <a:prstDash val="solid"/>
                    </a:lnL>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Uso propuesto</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Decisión para la charla</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r>
              <a:tr h="1085850">
                <a:tc>
                  <a:txBody>
                    <a:bodyPr lIns="142875" tIns="142875" rIns="142875" bIns="142875"/>
                    <a:lstStyle/>
                    <a:p>
                      <a:r>
                        <a:rPr sz="1800" b="0">
                          <a:solidFill>
                            <a:srgbClr val="173B31"/>
                          </a:solidFill>
                          <a:latin typeface="DejaVu Sans"/>
                          <a:ea typeface="DejaVu Sans"/>
                          <a:cs typeface="DejaVu Sans"/>
                        </a:rPr>
                        <a:t>Radial cluster</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Organizar conceptos por tema</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Vista principal del mapa</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Sunburst</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Mostrar tema y subtemas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Balance de menciones acumuladas</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Voronoi stippling</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Inspirar una composición de puntos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Ambientación y transiciones</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Altered World</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Explorar una estética generativa</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Referencia artística de apertura</a:t>
                      </a:r>
                    </a:p>
                  </a:txBody>
                  <a:tcPr marL="91440" marR="91440" marT="45720" marB="45720">
                    <a:lnR w="9525">
                      <a:solidFill>
                        <a:srgbClr val="CEDDD3"/>
                      </a:solidFill>
                      <a:prstDash val="solid"/>
                    </a:lnR>
                    <a:lnB w="9525">
                      <a:solidFill>
                        <a:srgbClr val="CEDDD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3775A7B4-0333-4CB3-9A7E-66CB8421DCBA}"/>
              </a:ext>
            </a:extLst>
          </p:cNvPr>
          <p:cNvSpPr>
            <a:spLocks xmlns:a="http://schemas.openxmlformats.org/drawingml/2006/main" noGrp="1"/>
          </p:cNvSpPr>
          <p:nvPr/>
        </p:nvSpPr>
        <p:spPr>
          <a:xfrm xmlns:a="http://schemas.openxmlformats.org/drawingml/2006/main">
            <a:off x="714375" y="7524750"/>
            <a:ext cx="1371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277747"/>
                </a:solidFill>
                <a:latin typeface="DejaVu Sans"/>
                <a:ea typeface="DejaVu Sans"/>
                <a:cs typeface="DejaVu Sans"/>
              </a:defRPr>
            </a:defPPr>
            <a:lvl1pPr>
              <a:defRPr sz="1725" b="0">
                <a:solidFill>
                  <a:srgbClr val="277747"/>
                </a:solidFill>
                <a:latin typeface="DejaVu Sans"/>
                <a:ea typeface="DejaVu Sans"/>
                <a:cs typeface="DejaVu Sans"/>
              </a:defRPr>
            </a:lvl1pPr>
            <a:lvl2pPr>
              <a:defRPr sz="1725" b="0">
                <a:solidFill>
                  <a:srgbClr val="277747"/>
                </a:solidFill>
                <a:latin typeface="DejaVu Sans"/>
                <a:ea typeface="DejaVu Sans"/>
                <a:cs typeface="DejaVu Sans"/>
              </a:defRPr>
            </a:lvl2pPr>
            <a:lvl3pPr>
              <a:defRPr sz="1725" b="0">
                <a:solidFill>
                  <a:srgbClr val="277747"/>
                </a:solidFill>
                <a:latin typeface="DejaVu Sans"/>
                <a:ea typeface="DejaVu Sans"/>
                <a:cs typeface="DejaVu Sans"/>
              </a:defRPr>
            </a:lvl3pPr>
            <a:lvl4pPr>
              <a:defRPr sz="1725" b="0">
                <a:solidFill>
                  <a:srgbClr val="277747"/>
                </a:solidFill>
                <a:latin typeface="DejaVu Sans"/>
                <a:ea typeface="DejaVu Sans"/>
                <a:cs typeface="DejaVu Sans"/>
              </a:defRPr>
            </a:lvl4pPr>
            <a:lvl5pPr>
              <a:defRPr sz="1725" b="0">
                <a:solidFill>
                  <a:srgbClr val="277747"/>
                </a:solidFill>
                <a:latin typeface="DejaVu Sans"/>
                <a:ea typeface="DejaVu Sans"/>
                <a:cs typeface="DejaVu Sans"/>
              </a:defRPr>
            </a:lvl5pPr>
            <a:lvl6pPr>
              <a:defRPr sz="1725" b="0">
                <a:solidFill>
                  <a:srgbClr val="277747"/>
                </a:solidFill>
                <a:latin typeface="DejaVu Sans"/>
                <a:ea typeface="DejaVu Sans"/>
                <a:cs typeface="DejaVu Sans"/>
              </a:defRPr>
            </a:lvl6pPr>
            <a:lvl7pPr>
              <a:defRPr sz="1725" b="0">
                <a:solidFill>
                  <a:srgbClr val="277747"/>
                </a:solidFill>
                <a:latin typeface="DejaVu Sans"/>
                <a:ea typeface="DejaVu Sans"/>
                <a:cs typeface="DejaVu Sans"/>
              </a:defRPr>
            </a:lvl7pPr>
            <a:lvl8pPr>
              <a:defRPr sz="1725" b="0">
                <a:solidFill>
                  <a:srgbClr val="277747"/>
                </a:solidFill>
                <a:latin typeface="DejaVu Sans"/>
                <a:ea typeface="DejaVu Sans"/>
                <a:cs typeface="DejaVu Sans"/>
              </a:defRPr>
            </a:lvl8pPr>
            <a:lvl9pPr>
              <a:defRPr sz="1725" b="0">
                <a:solidFill>
                  <a:srgbClr val="277747"/>
                </a:solidFill>
                <a:latin typeface="DejaVu Sans"/>
                <a:ea typeface="DejaVu Sans"/>
                <a:cs typeface="DejaVu Sans"/>
              </a:defRPr>
            </a:lvl9pPr>
          </a:lstStyle>
          <a:p xmlns:a="http://schemas.openxmlformats.org/drawingml/2006/main">
            <a:pPr>
              <a:defRPr sz="1725" b="0">
                <a:solidFill>
                  <a:srgbClr val="277747"/>
                </a:solidFill>
                <a:latin typeface="DejaVu Sans"/>
                <a:ea typeface="DejaVu Sans"/>
                <a:cs typeface="DejaVu Sans"/>
              </a:defRPr>
            </a:pPr>
            <a:r>
              <a:rPr sz="1725" b="0">
                <a:solidFill>
                  <a:srgbClr val="277747"/>
                </a:solidFill>
                <a:latin typeface="DejaVu Sans"/>
                <a:ea typeface="DejaVu Sans"/>
                <a:cs typeface="DejaVu Sans"/>
              </a:rPr>
              <a:t>El flujo temporal complementa estas referencias para mostrar el recorrido de la conversación.</a:t>
            </a:r>
          </a:p>
        </p:txBody>
      </p:sp>
    </p:spTree>
    <p:extLst>
      <p:ext uri="{BB962C8B-B14F-4D97-AF65-F5344CB8AC3E}">
        <p14:creationId xmlns:p14="http://schemas.microsoft.com/office/powerpoint/2010/main" val="2614465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A651454-FA77-412E-85A8-C738DF8ABC2F}"/>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Aplicaciones para crear mapas con IA</a:t>
            </a:r>
          </a:p>
        </p:txBody>
      </p:sp>
      <p:sp>
        <p:nvSpPr>
          <p:cNvPr id="2" name="text-1">
            <a:extLst xmlns:a="http://schemas.openxmlformats.org/drawingml/2006/main">
              <a:ext uri="{FF2B5EF4-FFF2-40B4-BE49-F238E27FC236}">
                <a16:creationId xmlns:a16="http://schemas.microsoft.com/office/drawing/2014/main" id="{BC500B34-4F6E-460E-86D7-2CB1557D3BFD}"/>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Opciones comerciales que conviene ensayar con un fragmento real en español.</a:t>
            </a:r>
          </a:p>
        </p:txBody>
      </p:sp>
      <p:sp>
        <p:nvSpPr>
          <p:cNvPr id="3" name="text-2">
            <a:extLst xmlns:a="http://schemas.openxmlformats.org/drawingml/2006/main">
              <a:ext uri="{FF2B5EF4-FFF2-40B4-BE49-F238E27FC236}">
                <a16:creationId xmlns:a16="http://schemas.microsoft.com/office/drawing/2014/main" id="{B0BFA58E-3BDB-4F88-B70C-11F6590FC3F1}"/>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B7ACBBC2-B30A-4266-B3A2-9C78F16DB8E8}"/>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05</a:t>
            </a:r>
          </a:p>
        </p:txBody>
      </p:sp>
      <p:graphicFrame>
        <p:nvGraphicFramePr>
          <p:cNvPr id="5" name="">
            <a:extLst xmlns:a="http://schemas.openxmlformats.org/drawingml/2006/main">
              <a:ext uri="{FF2B5EF4-FFF2-40B4-BE49-F238E27FC236}">
                <a16:creationId xmlns:a16="http://schemas.microsoft.com/office/drawing/2014/main" id="{EAD31322-1C12-47A3-B6A5-C8D3BDFB99C8}"/>
              </a:ext>
            </a:extLst>
          </p:cNvPr>
          <p:cNvGraphicFramePr/>
          <p:nvPr/>
        </p:nvGraphicFramePr>
        <p:xfrm>
          <a:off xmlns:a="http://schemas.openxmlformats.org/drawingml/2006/main" x="685800" y="2305050"/>
          <a:ext xmlns:a="http://schemas.openxmlformats.org/drawingml/2006/main" cx="13868400" cy="4953000"/>
        </p:xfrm>
        <a:graphic xmlns:a="http://schemas.openxmlformats.org/drawingml/2006/main">
          <a:graphicData uri="http://schemas.openxmlformats.org/drawingml/2006/table">
            <a:tbl>
              <a:tblPr/>
              <a:tblGrid>
                <a:gridCol w="2476500"/>
                <a:gridCol w="5238750"/>
                <a:gridCol w="6153150"/>
              </a:tblGrid>
              <a:tr h="609600">
                <a:tc>
                  <a:txBody>
                    <a:bodyPr lIns="142875" tIns="142875" rIns="142875" bIns="142875"/>
                    <a:lstStyle/>
                    <a:p>
                      <a:r>
                        <a:rPr sz="1950" b="1">
                          <a:solidFill>
                            <a:srgbClr val="277747"/>
                          </a:solidFill>
                          <a:latin typeface="DejaVu Sans"/>
                          <a:ea typeface="DejaVu Sans"/>
                          <a:cs typeface="DejaVu Sans"/>
                        </a:rPr>
                        <a:t>Aplicación</a:t>
                      </a:r>
                    </a:p>
                  </a:txBody>
                  <a:tcPr marL="91440" marR="91440" marT="45720" marB="45720">
                    <a:lnL w="9525">
                      <a:solidFill>
                        <a:srgbClr val="CEDDD3"/>
                      </a:solidFill>
                      <a:prstDash val="solid"/>
                    </a:lnL>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Qué ofrece</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Encaje y límite</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r>
              <a:tr h="1085850">
                <a:tc>
                  <a:txBody>
                    <a:bodyPr lIns="142875" tIns="142875" rIns="142875" bIns="142875"/>
                    <a:lstStyle/>
                    <a:p>
                      <a:r>
                        <a:rPr sz="1800" b="0">
                          <a:solidFill>
                            <a:srgbClr val="173B31"/>
                          </a:solidFill>
                          <a:latin typeface="DejaVu Sans"/>
                          <a:ea typeface="DejaVu Sans"/>
                          <a:cs typeface="DejaVu Sans"/>
                        </a:rPr>
                        <a:t>Noidare</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Voz que construye un mapa en vivo</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Candidato más directo. Probar español y proyección</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MyMap</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Mapas y diagramas mediante conversación con IA</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Útil para síntesis. No asumir escucha continua</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Miro AI</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Mapas a partir de instrucciones en un tablero</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Adecuado para un facilitador que organice aportes</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GitMind</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Audio o texto convertido en mapas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Útil para síntesis por bloques. No asumir streaming</a:t>
                      </a:r>
                    </a:p>
                  </a:txBody>
                  <a:tcPr marL="91440" marR="91440" marT="45720" marB="45720">
                    <a:lnR w="9525">
                      <a:solidFill>
                        <a:srgbClr val="CEDDD3"/>
                      </a:solidFill>
                      <a:prstDash val="solid"/>
                    </a:lnR>
                    <a:lnB w="9525">
                      <a:solidFill>
                        <a:srgbClr val="CEDDD3"/>
                      </a:solidFill>
                      <a:prstDash val="solid"/>
                    </a:lnB>
                    <a:solidFill>
                      <a:srgbClr val="FFFFFF"/>
                    </a:solidFill>
                  </a:tcPr>
                </a:tc>
              </a:tr>
            </a:tbl>
          </a:graphicData>
        </a:graphic>
      </p:graphicFrame>
    </p:spTree>
    <p:extLst>
      <p:ext uri="{BB962C8B-B14F-4D97-AF65-F5344CB8AC3E}">
        <p14:creationId xmlns:p14="http://schemas.microsoft.com/office/powerpoint/2010/main" val="6065734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FE1D7B4-C70D-439E-BA5A-915D577970AA}"/>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Participación y facilitación</a:t>
            </a:r>
          </a:p>
        </p:txBody>
      </p:sp>
      <p:sp>
        <p:nvSpPr>
          <p:cNvPr id="2" name="text-1">
            <a:extLst xmlns:a="http://schemas.openxmlformats.org/drawingml/2006/main">
              <a:ext uri="{FF2B5EF4-FFF2-40B4-BE49-F238E27FC236}">
                <a16:creationId xmlns:a16="http://schemas.microsoft.com/office/drawing/2014/main" id="{2AB7FE11-458D-4C7F-AD2E-5EFEC452DFD1}"/>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El público también puede aportar ideas desde sus dispositivos.</a:t>
            </a:r>
          </a:p>
        </p:txBody>
      </p:sp>
      <p:sp>
        <p:nvSpPr>
          <p:cNvPr id="3" name="text-2">
            <a:extLst xmlns:a="http://schemas.openxmlformats.org/drawingml/2006/main">
              <a:ext uri="{FF2B5EF4-FFF2-40B4-BE49-F238E27FC236}">
                <a16:creationId xmlns:a16="http://schemas.microsoft.com/office/drawing/2014/main" id="{298154EA-42EA-4898-8D76-CE69872DA598}"/>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8D556D6D-74DF-40D1-953F-5C6CC5D2CBFF}"/>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06</a:t>
            </a:r>
          </a:p>
        </p:txBody>
      </p:sp>
      <p:graphicFrame>
        <p:nvGraphicFramePr>
          <p:cNvPr id="5" name="">
            <a:extLst xmlns:a="http://schemas.openxmlformats.org/drawingml/2006/main">
              <a:ext uri="{FF2B5EF4-FFF2-40B4-BE49-F238E27FC236}">
                <a16:creationId xmlns:a16="http://schemas.microsoft.com/office/drawing/2014/main" id="{2B21D352-A949-4C0B-B186-CB58F840074B}"/>
              </a:ext>
            </a:extLst>
          </p:cNvPr>
          <p:cNvGraphicFramePr/>
          <p:nvPr/>
        </p:nvGraphicFramePr>
        <p:xfrm>
          <a:off xmlns:a="http://schemas.openxmlformats.org/drawingml/2006/main" x="685800" y="2305050"/>
          <a:ext xmlns:a="http://schemas.openxmlformats.org/drawingml/2006/main" cx="13868400" cy="4953000"/>
        </p:xfrm>
        <a:graphic xmlns:a="http://schemas.openxmlformats.org/drawingml/2006/main">
          <a:graphicData uri="http://schemas.openxmlformats.org/drawingml/2006/table">
            <a:tbl>
              <a:tblPr/>
              <a:tblGrid>
                <a:gridCol w="2571750"/>
                <a:gridCol w="5524500"/>
                <a:gridCol w="5772150"/>
              </a:tblGrid>
              <a:tr h="609600">
                <a:tc>
                  <a:txBody>
                    <a:bodyPr lIns="142875" tIns="142875" rIns="142875" bIns="142875"/>
                    <a:lstStyle/>
                    <a:p>
                      <a:r>
                        <a:rPr sz="1950" b="1">
                          <a:solidFill>
                            <a:srgbClr val="277747"/>
                          </a:solidFill>
                          <a:latin typeface="DejaVu Sans"/>
                          <a:ea typeface="DejaVu Sans"/>
                          <a:cs typeface="DejaVu Sans"/>
                        </a:rPr>
                        <a:t>Aplicación</a:t>
                      </a:r>
                    </a:p>
                  </a:txBody>
                  <a:tcPr marL="91440" marR="91440" marT="45720" marB="45720">
                    <a:lnL w="9525">
                      <a:solidFill>
                        <a:srgbClr val="CEDDD3"/>
                      </a:solidFill>
                      <a:prstDash val="solid"/>
                    </a:lnL>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Función útil</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Uso en MinAmbiente</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r>
              <a:tr h="1447800">
                <a:tc>
                  <a:txBody>
                    <a:bodyPr lIns="142875" tIns="142875" rIns="142875" bIns="142875"/>
                    <a:lstStyle/>
                    <a:p>
                      <a:r>
                        <a:rPr sz="1800" b="0">
                          <a:solidFill>
                            <a:srgbClr val="173B31"/>
                          </a:solidFill>
                          <a:latin typeface="DejaVu Sans"/>
                          <a:ea typeface="DejaVu Sans"/>
                          <a:cs typeface="DejaVu Sans"/>
                        </a:rPr>
                        <a:t>Mentimeter</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Nube de palabras con respuestas en vivo</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Recoger prioridades ambientales del auditorio</a:t>
                      </a:r>
                    </a:p>
                  </a:txBody>
                  <a:tcPr marL="91440" marR="91440" marT="45720" marB="45720">
                    <a:lnR w="9525">
                      <a:solidFill>
                        <a:srgbClr val="CEDDD3"/>
                      </a:solidFill>
                      <a:prstDash val="solid"/>
                    </a:lnR>
                    <a:lnB w="9525">
                      <a:solidFill>
                        <a:srgbClr val="CEDDD3"/>
                      </a:solidFill>
                      <a:prstDash val="solid"/>
                    </a:lnB>
                    <a:solidFill>
                      <a:srgbClr val="FFFFFF"/>
                    </a:solidFill>
                  </a:tcPr>
                </a:tc>
              </a:tr>
              <a:tr h="1447800">
                <a:tc>
                  <a:txBody>
                    <a:bodyPr lIns="142875" tIns="142875" rIns="142875" bIns="142875"/>
                    <a:lstStyle/>
                    <a:p>
                      <a:r>
                        <a:rPr sz="1800" b="0">
                          <a:solidFill>
                            <a:srgbClr val="173B31"/>
                          </a:solidFill>
                          <a:latin typeface="DejaVu Sans"/>
                          <a:ea typeface="DejaVu Sans"/>
                          <a:cs typeface="DejaVu Sans"/>
                        </a:rPr>
                        <a:t>Slido</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Nubes, preguntas y encuestas en vivo</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Capturar preguntas y temas emergentes</a:t>
                      </a:r>
                    </a:p>
                  </a:txBody>
                  <a:tcPr marL="91440" marR="91440" marT="45720" marB="45720">
                    <a:lnR w="9525">
                      <a:solidFill>
                        <a:srgbClr val="CEDDD3"/>
                      </a:solidFill>
                      <a:prstDash val="solid"/>
                    </a:lnR>
                    <a:lnB w="9525">
                      <a:solidFill>
                        <a:srgbClr val="CEDDD3"/>
                      </a:solidFill>
                      <a:prstDash val="solid"/>
                    </a:lnB>
                    <a:solidFill>
                      <a:srgbClr val="FFFFFF"/>
                    </a:solidFill>
                  </a:tcPr>
                </a:tc>
              </a:tr>
              <a:tr h="1447800">
                <a:tc>
                  <a:txBody>
                    <a:bodyPr lIns="142875" tIns="142875" rIns="142875" bIns="142875"/>
                    <a:lstStyle/>
                    <a:p>
                      <a:r>
                        <a:rPr sz="1800" b="0">
                          <a:solidFill>
                            <a:srgbClr val="173B31"/>
                          </a:solidFill>
                          <a:latin typeface="DejaVu Sans"/>
                          <a:ea typeface="DejaVu Sans"/>
                          <a:cs typeface="DejaVu Sans"/>
                        </a:rPr>
                        <a:t>MindMeister</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Mapas colaborativos y presentación del mapa</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Facilitador que ordena ideas durante un taller</a:t>
                      </a:r>
                    </a:p>
                  </a:txBody>
                  <a:tcPr marL="91440" marR="91440" marT="45720" marB="45720">
                    <a:lnR w="9525">
                      <a:solidFill>
                        <a:srgbClr val="CEDDD3"/>
                      </a:solidFill>
                      <a:prstDash val="solid"/>
                    </a:lnR>
                    <a:lnB w="9525">
                      <a:solidFill>
                        <a:srgbClr val="CEDDD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61E358C5-51A5-44E8-AF7E-91B9FDBF244C}"/>
              </a:ext>
            </a:extLst>
          </p:cNvPr>
          <p:cNvSpPr>
            <a:spLocks xmlns:a="http://schemas.openxmlformats.org/drawingml/2006/main" noGrp="1"/>
          </p:cNvSpPr>
          <p:nvPr/>
        </p:nvSpPr>
        <p:spPr>
          <a:xfrm xmlns:a="http://schemas.openxmlformats.org/drawingml/2006/main">
            <a:off x="714375" y="7553325"/>
            <a:ext cx="1333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277747"/>
                </a:solidFill>
                <a:latin typeface="DejaVu Sans"/>
                <a:ea typeface="DejaVu Sans"/>
                <a:cs typeface="DejaVu Sans"/>
              </a:defRPr>
            </a:defPPr>
            <a:lvl1pPr>
              <a:defRPr sz="1800" b="0">
                <a:solidFill>
                  <a:srgbClr val="277747"/>
                </a:solidFill>
                <a:latin typeface="DejaVu Sans"/>
                <a:ea typeface="DejaVu Sans"/>
                <a:cs typeface="DejaVu Sans"/>
              </a:defRPr>
            </a:lvl1pPr>
            <a:lvl2pPr>
              <a:defRPr sz="1800" b="0">
                <a:solidFill>
                  <a:srgbClr val="277747"/>
                </a:solidFill>
                <a:latin typeface="DejaVu Sans"/>
                <a:ea typeface="DejaVu Sans"/>
                <a:cs typeface="DejaVu Sans"/>
              </a:defRPr>
            </a:lvl2pPr>
            <a:lvl3pPr>
              <a:defRPr sz="1800" b="0">
                <a:solidFill>
                  <a:srgbClr val="277747"/>
                </a:solidFill>
                <a:latin typeface="DejaVu Sans"/>
                <a:ea typeface="DejaVu Sans"/>
                <a:cs typeface="DejaVu Sans"/>
              </a:defRPr>
            </a:lvl3pPr>
            <a:lvl4pPr>
              <a:defRPr sz="1800" b="0">
                <a:solidFill>
                  <a:srgbClr val="277747"/>
                </a:solidFill>
                <a:latin typeface="DejaVu Sans"/>
                <a:ea typeface="DejaVu Sans"/>
                <a:cs typeface="DejaVu Sans"/>
              </a:defRPr>
            </a:lvl4pPr>
            <a:lvl5pPr>
              <a:defRPr sz="1800" b="0">
                <a:solidFill>
                  <a:srgbClr val="277747"/>
                </a:solidFill>
                <a:latin typeface="DejaVu Sans"/>
                <a:ea typeface="DejaVu Sans"/>
                <a:cs typeface="DejaVu Sans"/>
              </a:defRPr>
            </a:lvl5pPr>
            <a:lvl6pPr>
              <a:defRPr sz="1800" b="0">
                <a:solidFill>
                  <a:srgbClr val="277747"/>
                </a:solidFill>
                <a:latin typeface="DejaVu Sans"/>
                <a:ea typeface="DejaVu Sans"/>
                <a:cs typeface="DejaVu Sans"/>
              </a:defRPr>
            </a:lvl6pPr>
            <a:lvl7pPr>
              <a:defRPr sz="1800" b="0">
                <a:solidFill>
                  <a:srgbClr val="277747"/>
                </a:solidFill>
                <a:latin typeface="DejaVu Sans"/>
                <a:ea typeface="DejaVu Sans"/>
                <a:cs typeface="DejaVu Sans"/>
              </a:defRPr>
            </a:lvl7pPr>
            <a:lvl8pPr>
              <a:defRPr sz="1800" b="0">
                <a:solidFill>
                  <a:srgbClr val="277747"/>
                </a:solidFill>
                <a:latin typeface="DejaVu Sans"/>
                <a:ea typeface="DejaVu Sans"/>
                <a:cs typeface="DejaVu Sans"/>
              </a:defRPr>
            </a:lvl8pPr>
            <a:lvl9pPr>
              <a:defRPr sz="1800" b="0">
                <a:solidFill>
                  <a:srgbClr val="277747"/>
                </a:solidFill>
                <a:latin typeface="DejaVu Sans"/>
                <a:ea typeface="DejaVu Sans"/>
                <a:cs typeface="DejaVu Sans"/>
              </a:defRPr>
            </a:lvl9pPr>
          </a:lstStyle>
          <a:p xmlns:a="http://schemas.openxmlformats.org/drawingml/2006/main">
            <a:pPr>
              <a:defRPr sz="1800" b="0">
                <a:solidFill>
                  <a:srgbClr val="277747"/>
                </a:solidFill>
                <a:latin typeface="DejaVu Sans"/>
                <a:ea typeface="DejaVu Sans"/>
                <a:cs typeface="DejaVu Sans"/>
              </a:defRPr>
            </a:pPr>
            <a:r>
              <a:rPr sz="1800" b="0">
                <a:solidFill>
                  <a:srgbClr val="277747"/>
                </a:solidFill>
                <a:latin typeface="DejaVu Sans"/>
                <a:ea typeface="DejaVu Sans"/>
                <a:cs typeface="DejaVu Sans"/>
              </a:rPr>
              <a:t>Las nubes de Mentimeter y Slido se alimentan de respuestas del público.</a:t>
            </a:r>
          </a:p>
        </p:txBody>
      </p:sp>
    </p:spTree>
    <p:extLst>
      <p:ext uri="{BB962C8B-B14F-4D97-AF65-F5344CB8AC3E}">
        <p14:creationId xmlns:p14="http://schemas.microsoft.com/office/powerpoint/2010/main" val="14089435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B81431A-018E-49C9-9FAA-51509A4D4043}"/>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Herramientas para una aplicación propia</a:t>
            </a:r>
          </a:p>
        </p:txBody>
      </p:sp>
      <p:sp>
        <p:nvSpPr>
          <p:cNvPr id="2" name="text-1">
            <a:extLst xmlns:a="http://schemas.openxmlformats.org/drawingml/2006/main">
              <a:ext uri="{FF2B5EF4-FFF2-40B4-BE49-F238E27FC236}">
                <a16:creationId xmlns:a16="http://schemas.microsoft.com/office/drawing/2014/main" id="{92DF5B65-3147-4452-AA61-58FE74FEA3E6}"/>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La experiencia visual personalizada requiere conectar captura, análisis y pantalla.</a:t>
            </a:r>
          </a:p>
        </p:txBody>
      </p:sp>
      <p:sp>
        <p:nvSpPr>
          <p:cNvPr id="3" name="text-2">
            <a:extLst xmlns:a="http://schemas.openxmlformats.org/drawingml/2006/main">
              <a:ext uri="{FF2B5EF4-FFF2-40B4-BE49-F238E27FC236}">
                <a16:creationId xmlns:a16="http://schemas.microsoft.com/office/drawing/2014/main" id="{60D7614D-128E-4FD4-B3CF-A8353E2D1E63}"/>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1CCE823A-F456-4A94-8CBD-65B5CFA6DA44}"/>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07</a:t>
            </a:r>
          </a:p>
        </p:txBody>
      </p:sp>
      <p:graphicFrame>
        <p:nvGraphicFramePr>
          <p:cNvPr id="5" name="">
            <a:extLst xmlns:a="http://schemas.openxmlformats.org/drawingml/2006/main">
              <a:ext uri="{FF2B5EF4-FFF2-40B4-BE49-F238E27FC236}">
                <a16:creationId xmlns:a16="http://schemas.microsoft.com/office/drawing/2014/main" id="{607DECE4-7A78-4232-BA2C-00907AB9A531}"/>
              </a:ext>
            </a:extLst>
          </p:cNvPr>
          <p:cNvGraphicFramePr/>
          <p:nvPr/>
        </p:nvGraphicFramePr>
        <p:xfrm>
          <a:off xmlns:a="http://schemas.openxmlformats.org/drawingml/2006/main" x="685800" y="2305050"/>
          <a:ext xmlns:a="http://schemas.openxmlformats.org/drawingml/2006/main" cx="13868400" cy="4953000"/>
        </p:xfrm>
        <a:graphic xmlns:a="http://schemas.openxmlformats.org/drawingml/2006/main">
          <a:graphicData uri="http://schemas.openxmlformats.org/drawingml/2006/table">
            <a:tbl>
              <a:tblPr/>
              <a:tblGrid>
                <a:gridCol w="2857500"/>
                <a:gridCol w="5334000"/>
                <a:gridCol w="5676900"/>
              </a:tblGrid>
              <a:tr h="609600">
                <a:tc>
                  <a:txBody>
                    <a:bodyPr lIns="142875" tIns="142875" rIns="142875" bIns="142875"/>
                    <a:lstStyle/>
                    <a:p>
                      <a:r>
                        <a:rPr sz="1950" b="1">
                          <a:solidFill>
                            <a:srgbClr val="277747"/>
                          </a:solidFill>
                          <a:latin typeface="DejaVu Sans"/>
                          <a:ea typeface="DejaVu Sans"/>
                          <a:cs typeface="DejaVu Sans"/>
                        </a:rPr>
                        <a:t>Herramienta</a:t>
                      </a:r>
                    </a:p>
                  </a:txBody>
                  <a:tcPr marL="91440" marR="91440" marT="45720" marB="45720">
                    <a:lnL w="9525">
                      <a:solidFill>
                        <a:srgbClr val="CEDDD3"/>
                      </a:solidFill>
                      <a:prstDash val="solid"/>
                    </a:lnL>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Papel en la solución</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Consideración</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r>
              <a:tr h="1085850">
                <a:tc>
                  <a:txBody>
                    <a:bodyPr lIns="142875" tIns="142875" rIns="142875" bIns="142875"/>
                    <a:lstStyle/>
                    <a:p>
                      <a:r>
                        <a:rPr sz="1800" b="0">
                          <a:solidFill>
                            <a:srgbClr val="173B31"/>
                          </a:solidFill>
                          <a:latin typeface="DejaVu Sans"/>
                          <a:ea typeface="DejaVu Sans"/>
                          <a:cs typeface="DejaVu Sans"/>
                        </a:rPr>
                        <a:t>Microsoft Teams</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Transcripción de reuniones en español</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Activación, licencia y políticas del tenant</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Deepgram</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Transcripción de audio por streaming</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Servicio por API. Integración y cobro por uso</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D3 / Observable</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Visualizaciones dinámicas personalizadas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Biblioteca y entorno. Requiere desarrollo</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Streamlit</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Panel de operación desarrollado en Python</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Puede alojar el control y un componente visual</a:t>
                      </a:r>
                    </a:p>
                  </a:txBody>
                  <a:tcPr marL="91440" marR="91440" marT="45720" marB="45720">
                    <a:lnR w="9525">
                      <a:solidFill>
                        <a:srgbClr val="CEDDD3"/>
                      </a:solidFill>
                      <a:prstDash val="solid"/>
                    </a:lnR>
                    <a:lnB w="9525">
                      <a:solidFill>
                        <a:srgbClr val="CEDDD3"/>
                      </a:solidFill>
                      <a:prstDash val="solid"/>
                    </a:lnB>
                    <a:solidFill>
                      <a:srgbClr val="FFFFFF"/>
                    </a:solidFill>
                  </a:tcPr>
                </a:tc>
              </a:tr>
            </a:tbl>
          </a:graphicData>
        </a:graphic>
      </p:graphicFrame>
    </p:spTree>
    <p:extLst>
      <p:ext uri="{BB962C8B-B14F-4D97-AF65-F5344CB8AC3E}">
        <p14:creationId xmlns:p14="http://schemas.microsoft.com/office/powerpoint/2010/main" val="13628642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0D2FFE0-69D5-46B2-973C-22E1469E52BB}"/>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Propuesta para esta charla</a:t>
            </a:r>
          </a:p>
        </p:txBody>
      </p:sp>
      <p:sp>
        <p:nvSpPr>
          <p:cNvPr id="2" name="text-1">
            <a:extLst xmlns:a="http://schemas.openxmlformats.org/drawingml/2006/main">
              <a:ext uri="{FF2B5EF4-FFF2-40B4-BE49-F238E27FC236}">
                <a16:creationId xmlns:a16="http://schemas.microsoft.com/office/drawing/2014/main" id="{884ABAC9-B185-4371-AF39-3861CC079377}"/>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Una pantalla principal estable y una visualización temporal como apoyo.</a:t>
            </a:r>
          </a:p>
        </p:txBody>
      </p:sp>
      <p:sp>
        <p:nvSpPr>
          <p:cNvPr id="3" name="text-2">
            <a:extLst xmlns:a="http://schemas.openxmlformats.org/drawingml/2006/main">
              <a:ext uri="{FF2B5EF4-FFF2-40B4-BE49-F238E27FC236}">
                <a16:creationId xmlns:a16="http://schemas.microsoft.com/office/drawing/2014/main" id="{43D92D46-1A3E-4829-80B4-498519D6BF1B}"/>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54570194-BC90-414D-BEFA-2D6F18D58995}"/>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08</a:t>
            </a:r>
          </a:p>
        </p:txBody>
      </p:sp>
      <p:sp>
        <p:nvSpPr>
          <p:cNvPr id="5" name="text-4">
            <a:extLst xmlns:a="http://schemas.openxmlformats.org/drawingml/2006/main">
              <a:ext uri="{FF2B5EF4-FFF2-40B4-BE49-F238E27FC236}">
                <a16:creationId xmlns:a16="http://schemas.microsoft.com/office/drawing/2014/main" id="{F1B30E81-5806-400A-96E0-F07863EC4698}"/>
              </a:ext>
            </a:extLst>
          </p:cNvPr>
          <p:cNvSpPr>
            <a:spLocks xmlns:a="http://schemas.openxmlformats.org/drawingml/2006/main" noGrp="1"/>
          </p:cNvSpPr>
          <p:nvPr/>
        </p:nvSpPr>
        <p:spPr>
          <a:xfrm xmlns:a="http://schemas.openxmlformats.org/drawingml/2006/main">
            <a:off x="762000" y="2505075"/>
            <a:ext cx="657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277747"/>
                </a:solidFill>
                <a:latin typeface="DejaVu Sans"/>
                <a:ea typeface="DejaVu Sans"/>
                <a:cs typeface="DejaVu Sans"/>
              </a:defRPr>
            </a:defPPr>
            <a:lvl1pPr>
              <a:defRPr sz="2700" b="1">
                <a:solidFill>
                  <a:srgbClr val="277747"/>
                </a:solidFill>
                <a:latin typeface="DejaVu Sans"/>
                <a:ea typeface="DejaVu Sans"/>
                <a:cs typeface="DejaVu Sans"/>
              </a:defRPr>
            </a:lvl1pPr>
            <a:lvl2pPr>
              <a:defRPr sz="2700" b="1">
                <a:solidFill>
                  <a:srgbClr val="277747"/>
                </a:solidFill>
                <a:latin typeface="DejaVu Sans"/>
                <a:ea typeface="DejaVu Sans"/>
                <a:cs typeface="DejaVu Sans"/>
              </a:defRPr>
            </a:lvl2pPr>
            <a:lvl3pPr>
              <a:defRPr sz="2700" b="1">
                <a:solidFill>
                  <a:srgbClr val="277747"/>
                </a:solidFill>
                <a:latin typeface="DejaVu Sans"/>
                <a:ea typeface="DejaVu Sans"/>
                <a:cs typeface="DejaVu Sans"/>
              </a:defRPr>
            </a:lvl3pPr>
            <a:lvl4pPr>
              <a:defRPr sz="2700" b="1">
                <a:solidFill>
                  <a:srgbClr val="277747"/>
                </a:solidFill>
                <a:latin typeface="DejaVu Sans"/>
                <a:ea typeface="DejaVu Sans"/>
                <a:cs typeface="DejaVu Sans"/>
              </a:defRPr>
            </a:lvl4pPr>
            <a:lvl5pPr>
              <a:defRPr sz="2700" b="1">
                <a:solidFill>
                  <a:srgbClr val="277747"/>
                </a:solidFill>
                <a:latin typeface="DejaVu Sans"/>
                <a:ea typeface="DejaVu Sans"/>
                <a:cs typeface="DejaVu Sans"/>
              </a:defRPr>
            </a:lvl5pPr>
            <a:lvl6pPr>
              <a:defRPr sz="2700" b="1">
                <a:solidFill>
                  <a:srgbClr val="277747"/>
                </a:solidFill>
                <a:latin typeface="DejaVu Sans"/>
                <a:ea typeface="DejaVu Sans"/>
                <a:cs typeface="DejaVu Sans"/>
              </a:defRPr>
            </a:lvl6pPr>
            <a:lvl7pPr>
              <a:defRPr sz="2700" b="1">
                <a:solidFill>
                  <a:srgbClr val="277747"/>
                </a:solidFill>
                <a:latin typeface="DejaVu Sans"/>
                <a:ea typeface="DejaVu Sans"/>
                <a:cs typeface="DejaVu Sans"/>
              </a:defRPr>
            </a:lvl7pPr>
            <a:lvl8pPr>
              <a:defRPr sz="2700" b="1">
                <a:solidFill>
                  <a:srgbClr val="277747"/>
                </a:solidFill>
                <a:latin typeface="DejaVu Sans"/>
                <a:ea typeface="DejaVu Sans"/>
                <a:cs typeface="DejaVu Sans"/>
              </a:defRPr>
            </a:lvl8pPr>
            <a:lvl9pPr>
              <a:defRPr sz="2700" b="1">
                <a:solidFill>
                  <a:srgbClr val="277747"/>
                </a:solidFill>
                <a:latin typeface="DejaVu Sans"/>
                <a:ea typeface="DejaVu Sans"/>
                <a:cs typeface="DejaVu Sans"/>
              </a:defRPr>
            </a:lvl9pPr>
          </a:lstStyle>
          <a:p xmlns:a="http://schemas.openxmlformats.org/drawingml/2006/main">
            <a:pPr>
              <a:defRPr sz="2700" b="1">
                <a:solidFill>
                  <a:srgbClr val="277747"/>
                </a:solidFill>
                <a:latin typeface="DejaVu Sans"/>
                <a:ea typeface="DejaVu Sans"/>
                <a:cs typeface="DejaVu Sans"/>
              </a:defRPr>
            </a:pPr>
            <a:r>
              <a:rPr sz="2700" b="1">
                <a:solidFill>
                  <a:srgbClr val="277747"/>
                </a:solidFill>
                <a:latin typeface="DejaVu Sans"/>
                <a:ea typeface="DejaVu Sans"/>
                <a:cs typeface="DejaVu Sans"/>
              </a:rPr>
              <a:t>Durante la conversación</a:t>
            </a:r>
          </a:p>
        </p:txBody>
      </p:sp>
      <p:sp>
        <p:nvSpPr>
          <p:cNvPr id="6" name="text-5">
            <a:extLst xmlns:a="http://schemas.openxmlformats.org/drawingml/2006/main">
              <a:ext uri="{FF2B5EF4-FFF2-40B4-BE49-F238E27FC236}">
                <a16:creationId xmlns:a16="http://schemas.microsoft.com/office/drawing/2014/main" id="{E2F434D0-6DA6-4ED9-AE16-2C883A7CCF09}"/>
              </a:ext>
            </a:extLst>
          </p:cNvPr>
          <p:cNvSpPr>
            <a:spLocks xmlns:a="http://schemas.openxmlformats.org/drawingml/2006/main" noGrp="1"/>
          </p:cNvSpPr>
          <p:nvPr/>
        </p:nvSpPr>
        <p:spPr>
          <a:xfrm xmlns:a="http://schemas.openxmlformats.org/drawingml/2006/main">
            <a:off x="762000" y="3267075"/>
            <a:ext cx="647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173B31"/>
                </a:solidFill>
                <a:latin typeface="DejaVu Sans"/>
                <a:ea typeface="DejaVu Sans"/>
                <a:cs typeface="DejaVu Sans"/>
              </a:defRPr>
            </a:defPPr>
            <a:lvl1pPr>
              <a:defRPr sz="2250" b="0">
                <a:solidFill>
                  <a:srgbClr val="173B31"/>
                </a:solidFill>
                <a:latin typeface="DejaVu Sans"/>
                <a:ea typeface="DejaVu Sans"/>
                <a:cs typeface="DejaVu Sans"/>
              </a:defRPr>
            </a:lvl1pPr>
            <a:lvl2pPr>
              <a:defRPr sz="2250" b="0">
                <a:solidFill>
                  <a:srgbClr val="173B31"/>
                </a:solidFill>
                <a:latin typeface="DejaVu Sans"/>
                <a:ea typeface="DejaVu Sans"/>
                <a:cs typeface="DejaVu Sans"/>
              </a:defRPr>
            </a:lvl2pPr>
            <a:lvl3pPr>
              <a:defRPr sz="2250" b="0">
                <a:solidFill>
                  <a:srgbClr val="173B31"/>
                </a:solidFill>
                <a:latin typeface="DejaVu Sans"/>
                <a:ea typeface="DejaVu Sans"/>
                <a:cs typeface="DejaVu Sans"/>
              </a:defRPr>
            </a:lvl3pPr>
            <a:lvl4pPr>
              <a:defRPr sz="2250" b="0">
                <a:solidFill>
                  <a:srgbClr val="173B31"/>
                </a:solidFill>
                <a:latin typeface="DejaVu Sans"/>
                <a:ea typeface="DejaVu Sans"/>
                <a:cs typeface="DejaVu Sans"/>
              </a:defRPr>
            </a:lvl4pPr>
            <a:lvl5pPr>
              <a:defRPr sz="2250" b="0">
                <a:solidFill>
                  <a:srgbClr val="173B31"/>
                </a:solidFill>
                <a:latin typeface="DejaVu Sans"/>
                <a:ea typeface="DejaVu Sans"/>
                <a:cs typeface="DejaVu Sans"/>
              </a:defRPr>
            </a:lvl5pPr>
            <a:lvl6pPr>
              <a:defRPr sz="2250" b="0">
                <a:solidFill>
                  <a:srgbClr val="173B31"/>
                </a:solidFill>
                <a:latin typeface="DejaVu Sans"/>
                <a:ea typeface="DejaVu Sans"/>
                <a:cs typeface="DejaVu Sans"/>
              </a:defRPr>
            </a:lvl6pPr>
            <a:lvl7pPr>
              <a:defRPr sz="2250" b="0">
                <a:solidFill>
                  <a:srgbClr val="173B31"/>
                </a:solidFill>
                <a:latin typeface="DejaVu Sans"/>
                <a:ea typeface="DejaVu Sans"/>
                <a:cs typeface="DejaVu Sans"/>
              </a:defRPr>
            </a:lvl7pPr>
            <a:lvl8pPr>
              <a:defRPr sz="2250" b="0">
                <a:solidFill>
                  <a:srgbClr val="173B31"/>
                </a:solidFill>
                <a:latin typeface="DejaVu Sans"/>
                <a:ea typeface="DejaVu Sans"/>
                <a:cs typeface="DejaVu Sans"/>
              </a:defRPr>
            </a:lvl8pPr>
            <a:lvl9pPr>
              <a:defRPr sz="2250" b="0">
                <a:solidFill>
                  <a:srgbClr val="173B31"/>
                </a:solidFill>
                <a:latin typeface="DejaVu Sans"/>
                <a:ea typeface="DejaVu Sans"/>
                <a:cs typeface="DejaVu Sans"/>
              </a:defRPr>
            </a:lvl9pPr>
          </a:lstStyle>
          <a:p xmlns:a="http://schemas.openxmlformats.org/drawingml/2006/main">
            <a:pPr>
              <a:defRPr sz="2250" b="0">
                <a:solidFill>
                  <a:srgbClr val="173B31"/>
                </a:solidFill>
                <a:latin typeface="DejaVu Sans"/>
                <a:ea typeface="DejaVu Sans"/>
                <a:cs typeface="DejaVu Sans"/>
              </a:defRPr>
            </a:pPr>
            <a:r>
              <a:rPr sz="2250" b="0">
                <a:solidFill>
                  <a:srgbClr val="173B31"/>
                </a:solidFill>
                <a:latin typeface="DejaVu Sans"/>
                <a:ea typeface="DejaVu Sans"/>
                <a:cs typeface="DejaVu Sans"/>
              </a:rPr>
              <a:t>Mapa radial con etiquetas legibles.</a:t>
            </a:r>
          </a:p>
          <a:p xmlns:a="http://schemas.openxmlformats.org/drawingml/2006/main">
            <a:pPr>
              <a:defRPr sz="2250" b="0">
                <a:solidFill>
                  <a:srgbClr val="173B31"/>
                </a:solidFill>
                <a:latin typeface="DejaVu Sans"/>
                <a:ea typeface="DejaVu Sans"/>
                <a:cs typeface="DejaVu Sans"/>
              </a:defRPr>
            </a:pPr>
            <a:r>
              <a:rPr sz="2250" b="0">
                <a:solidFill>
                  <a:srgbClr val="173B31"/>
                </a:solidFill>
                <a:latin typeface="DejaVu Sans"/>
                <a:ea typeface="DejaVu Sans"/>
                <a:cs typeface="DejaVu Sans"/>
              </a:rPr>
              <a:t>El tema activo se resalta cuando llega</a:t>
            </a:r>
          </a:p>
          <a:p xmlns:a="http://schemas.openxmlformats.org/drawingml/2006/main">
            <a:pPr>
              <a:defRPr sz="2250" b="0">
                <a:solidFill>
                  <a:srgbClr val="173B31"/>
                </a:solidFill>
                <a:latin typeface="DejaVu Sans"/>
                <a:ea typeface="DejaVu Sans"/>
                <a:cs typeface="DejaVu Sans"/>
              </a:defRPr>
            </a:pPr>
            <a:r>
              <a:rPr sz="2250" b="0">
                <a:solidFill>
                  <a:srgbClr val="173B31"/>
                </a:solidFill>
                <a:latin typeface="DejaVu Sans"/>
                <a:ea typeface="DejaVu Sans"/>
                <a:cs typeface="DejaVu Sans"/>
              </a:rPr>
              <a:t>una nueva intervención.</a:t>
            </a:r>
          </a:p>
        </p:txBody>
      </p:sp>
      <p:sp>
        <p:nvSpPr>
          <p:cNvPr id="7" name="text-6">
            <a:extLst xmlns:a="http://schemas.openxmlformats.org/drawingml/2006/main">
              <a:ext uri="{FF2B5EF4-FFF2-40B4-BE49-F238E27FC236}">
                <a16:creationId xmlns:a16="http://schemas.microsoft.com/office/drawing/2014/main" id="{7157A54D-278B-49E2-BD6E-82A46C5E0F63}"/>
              </a:ext>
            </a:extLst>
          </p:cNvPr>
          <p:cNvSpPr>
            <a:spLocks xmlns:a="http://schemas.openxmlformats.org/drawingml/2006/main" noGrp="1"/>
          </p:cNvSpPr>
          <p:nvPr/>
        </p:nvSpPr>
        <p:spPr>
          <a:xfrm xmlns:a="http://schemas.openxmlformats.org/drawingml/2006/main">
            <a:off x="762000" y="5476875"/>
            <a:ext cx="657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277747"/>
                </a:solidFill>
                <a:latin typeface="DejaVu Sans"/>
                <a:ea typeface="DejaVu Sans"/>
                <a:cs typeface="DejaVu Sans"/>
              </a:defRPr>
            </a:defPPr>
            <a:lvl1pPr>
              <a:defRPr sz="2700" b="1">
                <a:solidFill>
                  <a:srgbClr val="277747"/>
                </a:solidFill>
                <a:latin typeface="DejaVu Sans"/>
                <a:ea typeface="DejaVu Sans"/>
                <a:cs typeface="DejaVu Sans"/>
              </a:defRPr>
            </a:lvl1pPr>
            <a:lvl2pPr>
              <a:defRPr sz="2700" b="1">
                <a:solidFill>
                  <a:srgbClr val="277747"/>
                </a:solidFill>
                <a:latin typeface="DejaVu Sans"/>
                <a:ea typeface="DejaVu Sans"/>
                <a:cs typeface="DejaVu Sans"/>
              </a:defRPr>
            </a:lvl2pPr>
            <a:lvl3pPr>
              <a:defRPr sz="2700" b="1">
                <a:solidFill>
                  <a:srgbClr val="277747"/>
                </a:solidFill>
                <a:latin typeface="DejaVu Sans"/>
                <a:ea typeface="DejaVu Sans"/>
                <a:cs typeface="DejaVu Sans"/>
              </a:defRPr>
            </a:lvl3pPr>
            <a:lvl4pPr>
              <a:defRPr sz="2700" b="1">
                <a:solidFill>
                  <a:srgbClr val="277747"/>
                </a:solidFill>
                <a:latin typeface="DejaVu Sans"/>
                <a:ea typeface="DejaVu Sans"/>
                <a:cs typeface="DejaVu Sans"/>
              </a:defRPr>
            </a:lvl4pPr>
            <a:lvl5pPr>
              <a:defRPr sz="2700" b="1">
                <a:solidFill>
                  <a:srgbClr val="277747"/>
                </a:solidFill>
                <a:latin typeface="DejaVu Sans"/>
                <a:ea typeface="DejaVu Sans"/>
                <a:cs typeface="DejaVu Sans"/>
              </a:defRPr>
            </a:lvl5pPr>
            <a:lvl6pPr>
              <a:defRPr sz="2700" b="1">
                <a:solidFill>
                  <a:srgbClr val="277747"/>
                </a:solidFill>
                <a:latin typeface="DejaVu Sans"/>
                <a:ea typeface="DejaVu Sans"/>
                <a:cs typeface="DejaVu Sans"/>
              </a:defRPr>
            </a:lvl6pPr>
            <a:lvl7pPr>
              <a:defRPr sz="2700" b="1">
                <a:solidFill>
                  <a:srgbClr val="277747"/>
                </a:solidFill>
                <a:latin typeface="DejaVu Sans"/>
                <a:ea typeface="DejaVu Sans"/>
                <a:cs typeface="DejaVu Sans"/>
              </a:defRPr>
            </a:lvl7pPr>
            <a:lvl8pPr>
              <a:defRPr sz="2700" b="1">
                <a:solidFill>
                  <a:srgbClr val="277747"/>
                </a:solidFill>
                <a:latin typeface="DejaVu Sans"/>
                <a:ea typeface="DejaVu Sans"/>
                <a:cs typeface="DejaVu Sans"/>
              </a:defRPr>
            </a:lvl8pPr>
            <a:lvl9pPr>
              <a:defRPr sz="2700" b="1">
                <a:solidFill>
                  <a:srgbClr val="277747"/>
                </a:solidFill>
                <a:latin typeface="DejaVu Sans"/>
                <a:ea typeface="DejaVu Sans"/>
                <a:cs typeface="DejaVu Sans"/>
              </a:defRPr>
            </a:lvl9pPr>
          </a:lstStyle>
          <a:p xmlns:a="http://schemas.openxmlformats.org/drawingml/2006/main">
            <a:pPr>
              <a:defRPr sz="2700" b="1">
                <a:solidFill>
                  <a:srgbClr val="277747"/>
                </a:solidFill>
                <a:latin typeface="DejaVu Sans"/>
                <a:ea typeface="DejaVu Sans"/>
                <a:cs typeface="DejaVu Sans"/>
              </a:defRPr>
            </a:pPr>
            <a:r>
              <a:rPr sz="2700" b="1">
                <a:solidFill>
                  <a:srgbClr val="277747"/>
                </a:solidFill>
                <a:latin typeface="DejaVu Sans"/>
                <a:ea typeface="DejaVu Sans"/>
                <a:cs typeface="DejaVu Sans"/>
              </a:rPr>
              <a:t>En momentos de síntesis</a:t>
            </a:r>
          </a:p>
        </p:txBody>
      </p:sp>
      <p:sp>
        <p:nvSpPr>
          <p:cNvPr id="8" name="text-7">
            <a:extLst xmlns:a="http://schemas.openxmlformats.org/drawingml/2006/main">
              <a:ext uri="{FF2B5EF4-FFF2-40B4-BE49-F238E27FC236}">
                <a16:creationId xmlns:a16="http://schemas.microsoft.com/office/drawing/2014/main" id="{35759DA5-AF3D-4336-B3E1-05A92351F740}"/>
              </a:ext>
            </a:extLst>
          </p:cNvPr>
          <p:cNvSpPr>
            <a:spLocks xmlns:a="http://schemas.openxmlformats.org/drawingml/2006/main" noGrp="1"/>
          </p:cNvSpPr>
          <p:nvPr/>
        </p:nvSpPr>
        <p:spPr>
          <a:xfrm xmlns:a="http://schemas.openxmlformats.org/drawingml/2006/main">
            <a:off x="762000" y="6229350"/>
            <a:ext cx="657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3B31"/>
                </a:solidFill>
                <a:latin typeface="DejaVu Sans"/>
                <a:ea typeface="DejaVu Sans"/>
                <a:cs typeface="DejaVu Sans"/>
              </a:defRPr>
            </a:defPPr>
            <a:lvl1pPr>
              <a:defRPr sz="2175" b="0">
                <a:solidFill>
                  <a:srgbClr val="173B31"/>
                </a:solidFill>
                <a:latin typeface="DejaVu Sans"/>
                <a:ea typeface="DejaVu Sans"/>
                <a:cs typeface="DejaVu Sans"/>
              </a:defRPr>
            </a:lvl1pPr>
            <a:lvl2pPr>
              <a:defRPr sz="2175" b="0">
                <a:solidFill>
                  <a:srgbClr val="173B31"/>
                </a:solidFill>
                <a:latin typeface="DejaVu Sans"/>
                <a:ea typeface="DejaVu Sans"/>
                <a:cs typeface="DejaVu Sans"/>
              </a:defRPr>
            </a:lvl2pPr>
            <a:lvl3pPr>
              <a:defRPr sz="2175" b="0">
                <a:solidFill>
                  <a:srgbClr val="173B31"/>
                </a:solidFill>
                <a:latin typeface="DejaVu Sans"/>
                <a:ea typeface="DejaVu Sans"/>
                <a:cs typeface="DejaVu Sans"/>
              </a:defRPr>
            </a:lvl3pPr>
            <a:lvl4pPr>
              <a:defRPr sz="2175" b="0">
                <a:solidFill>
                  <a:srgbClr val="173B31"/>
                </a:solidFill>
                <a:latin typeface="DejaVu Sans"/>
                <a:ea typeface="DejaVu Sans"/>
                <a:cs typeface="DejaVu Sans"/>
              </a:defRPr>
            </a:lvl4pPr>
            <a:lvl5pPr>
              <a:defRPr sz="2175" b="0">
                <a:solidFill>
                  <a:srgbClr val="173B31"/>
                </a:solidFill>
                <a:latin typeface="DejaVu Sans"/>
                <a:ea typeface="DejaVu Sans"/>
                <a:cs typeface="DejaVu Sans"/>
              </a:defRPr>
            </a:lvl5pPr>
            <a:lvl6pPr>
              <a:defRPr sz="2175" b="0">
                <a:solidFill>
                  <a:srgbClr val="173B31"/>
                </a:solidFill>
                <a:latin typeface="DejaVu Sans"/>
                <a:ea typeface="DejaVu Sans"/>
                <a:cs typeface="DejaVu Sans"/>
              </a:defRPr>
            </a:lvl6pPr>
            <a:lvl7pPr>
              <a:defRPr sz="2175" b="0">
                <a:solidFill>
                  <a:srgbClr val="173B31"/>
                </a:solidFill>
                <a:latin typeface="DejaVu Sans"/>
                <a:ea typeface="DejaVu Sans"/>
                <a:cs typeface="DejaVu Sans"/>
              </a:defRPr>
            </a:lvl7pPr>
            <a:lvl8pPr>
              <a:defRPr sz="2175" b="0">
                <a:solidFill>
                  <a:srgbClr val="173B31"/>
                </a:solidFill>
                <a:latin typeface="DejaVu Sans"/>
                <a:ea typeface="DejaVu Sans"/>
                <a:cs typeface="DejaVu Sans"/>
              </a:defRPr>
            </a:lvl8pPr>
            <a:lvl9pPr>
              <a:defRPr sz="2175" b="0">
                <a:solidFill>
                  <a:srgbClr val="173B31"/>
                </a:solidFill>
                <a:latin typeface="DejaVu Sans"/>
                <a:ea typeface="DejaVu Sans"/>
                <a:cs typeface="DejaVu Sans"/>
              </a:defRPr>
            </a:lvl9pPr>
          </a:lstStyle>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Flujo temático para repasar el recorrido.</a:t>
            </a:r>
          </a:p>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Anillos para ver las menciones acumuladas.</a:t>
            </a:r>
          </a:p>
        </p:txBody>
      </p:sp>
      <p:pic>
        <p:nvPicPr>
          <p:cNvPr id="9" name="">
            <a:extLst xmlns:a="http://schemas.openxmlformats.org/drawingml/2006/main">
              <a:ext uri="{FF2B5EF4-FFF2-40B4-BE49-F238E27FC236}">
                <a16:creationId xmlns:a16="http://schemas.microsoft.com/office/drawing/2014/main" id="{8E93787C-6792-41F1-BAFD-5106164AD425}"/>
              </a:ext>
            </a:extLst>
          </p:cNvPr>
          <p:cNvPicPr>
            <a:picLocks xmlns:a="http://schemas.openxmlformats.org/drawingml/2006/main" noChangeAspect="1"/>
          </p:cNvPicPr>
          <p:nvPr/>
        </p:nvPicPr>
        <p:blipFill>
          <a:blip xmlns:r="http://schemas.openxmlformats.org/officeDocument/2006/relationships" xmlns:a="http://schemas.openxmlformats.org/drawingml/2006/main" r:embed="R96b26701cc814cd2"/>
          <a:stretch xmlns:a="http://schemas.openxmlformats.org/drawingml/2006/main"/>
        </p:blipFill>
        <p:spPr>
          <a:xfrm xmlns:a="http://schemas.openxmlformats.org/drawingml/2006/main">
            <a:off x="7334250" y="2670284"/>
            <a:ext cx="7239000" cy="3993931"/>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A46D6B07-6F42-496C-A8EC-A9378A0F01E6}"/>
              </a:ext>
            </a:extLst>
          </p:cNvPr>
          <p:cNvSpPr>
            <a:spLocks xmlns:a="http://schemas.openxmlformats.org/drawingml/2006/main" noGrp="1"/>
          </p:cNvSpPr>
          <p:nvPr/>
        </p:nvSpPr>
        <p:spPr>
          <a:xfrm xmlns:a="http://schemas.openxmlformats.org/drawingml/2006/main">
            <a:off x="8210550" y="734377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536A62"/>
                </a:solidFill>
                <a:latin typeface="DejaVu Sans"/>
                <a:ea typeface="DejaVu Sans"/>
                <a:cs typeface="DejaVu Sans"/>
              </a:defRPr>
            </a:defPPr>
            <a:lvl1pPr>
              <a:defRPr sz="1575" b="0">
                <a:solidFill>
                  <a:srgbClr val="536A62"/>
                </a:solidFill>
                <a:latin typeface="DejaVu Sans"/>
                <a:ea typeface="DejaVu Sans"/>
                <a:cs typeface="DejaVu Sans"/>
              </a:defRPr>
            </a:lvl1pPr>
            <a:lvl2pPr>
              <a:defRPr sz="1575" b="0">
                <a:solidFill>
                  <a:srgbClr val="536A62"/>
                </a:solidFill>
                <a:latin typeface="DejaVu Sans"/>
                <a:ea typeface="DejaVu Sans"/>
                <a:cs typeface="DejaVu Sans"/>
              </a:defRPr>
            </a:lvl2pPr>
            <a:lvl3pPr>
              <a:defRPr sz="1575" b="0">
                <a:solidFill>
                  <a:srgbClr val="536A62"/>
                </a:solidFill>
                <a:latin typeface="DejaVu Sans"/>
                <a:ea typeface="DejaVu Sans"/>
                <a:cs typeface="DejaVu Sans"/>
              </a:defRPr>
            </a:lvl3pPr>
            <a:lvl4pPr>
              <a:defRPr sz="1575" b="0">
                <a:solidFill>
                  <a:srgbClr val="536A62"/>
                </a:solidFill>
                <a:latin typeface="DejaVu Sans"/>
                <a:ea typeface="DejaVu Sans"/>
                <a:cs typeface="DejaVu Sans"/>
              </a:defRPr>
            </a:lvl4pPr>
            <a:lvl5pPr>
              <a:defRPr sz="1575" b="0">
                <a:solidFill>
                  <a:srgbClr val="536A62"/>
                </a:solidFill>
                <a:latin typeface="DejaVu Sans"/>
                <a:ea typeface="DejaVu Sans"/>
                <a:cs typeface="DejaVu Sans"/>
              </a:defRPr>
            </a:lvl5pPr>
            <a:lvl6pPr>
              <a:defRPr sz="1575" b="0">
                <a:solidFill>
                  <a:srgbClr val="536A62"/>
                </a:solidFill>
                <a:latin typeface="DejaVu Sans"/>
                <a:ea typeface="DejaVu Sans"/>
                <a:cs typeface="DejaVu Sans"/>
              </a:defRPr>
            </a:lvl6pPr>
            <a:lvl7pPr>
              <a:defRPr sz="1575" b="0">
                <a:solidFill>
                  <a:srgbClr val="536A62"/>
                </a:solidFill>
                <a:latin typeface="DejaVu Sans"/>
                <a:ea typeface="DejaVu Sans"/>
                <a:cs typeface="DejaVu Sans"/>
              </a:defRPr>
            </a:lvl7pPr>
            <a:lvl8pPr>
              <a:defRPr sz="1575" b="0">
                <a:solidFill>
                  <a:srgbClr val="536A62"/>
                </a:solidFill>
                <a:latin typeface="DejaVu Sans"/>
                <a:ea typeface="DejaVu Sans"/>
                <a:cs typeface="DejaVu Sans"/>
              </a:defRPr>
            </a:lvl8pPr>
            <a:lvl9pPr>
              <a:defRPr sz="1575" b="0">
                <a:solidFill>
                  <a:srgbClr val="536A62"/>
                </a:solidFill>
                <a:latin typeface="DejaVu Sans"/>
                <a:ea typeface="DejaVu Sans"/>
                <a:cs typeface="DejaVu Sans"/>
              </a:defRPr>
            </a:lvl9pPr>
          </a:lstStyle>
          <a:p xmlns:a="http://schemas.openxmlformats.org/drawingml/2006/main">
            <a:pPr>
              <a:defRPr sz="1575" b="0">
                <a:solidFill>
                  <a:srgbClr val="536A62"/>
                </a:solidFill>
                <a:latin typeface="DejaVu Sans"/>
                <a:ea typeface="DejaVu Sans"/>
                <a:cs typeface="DejaVu Sans"/>
              </a:defRPr>
            </a:pPr>
            <a:r>
              <a:rPr sz="1575" b="0">
                <a:solidFill>
                  <a:srgbClr val="536A62"/>
                </a:solidFill>
                <a:latin typeface="DejaVu Sans"/>
                <a:ea typeface="DejaVu Sans"/>
                <a:cs typeface="DejaVu Sans"/>
              </a:rPr>
              <a:t>Anillos temáticos · Ejemplo simulado</a:t>
            </a:r>
          </a:p>
        </p:txBody>
      </p:sp>
    </p:spTree>
    <p:extLst>
      <p:ext uri="{BB962C8B-B14F-4D97-AF65-F5344CB8AC3E}">
        <p14:creationId xmlns:p14="http://schemas.microsoft.com/office/powerpoint/2010/main" val="15490638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6FC36AA3-BCBC-47C3-8538-76B65CE669DD}"/>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Arquitectura para actualizar la pantalla</a:t>
            </a:r>
          </a:p>
        </p:txBody>
      </p:sp>
      <p:sp>
        <p:nvSpPr>
          <p:cNvPr id="2" name="text-1">
            <a:extLst xmlns:a="http://schemas.openxmlformats.org/drawingml/2006/main">
              <a:ext uri="{FF2B5EF4-FFF2-40B4-BE49-F238E27FC236}">
                <a16:creationId xmlns:a16="http://schemas.microsoft.com/office/drawing/2014/main" id="{709D2978-12B7-4F10-9051-AACD7E10A1F1}"/>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Ruta propuesta para integrar el audio de la charla con una visualización HTML.</a:t>
            </a:r>
          </a:p>
        </p:txBody>
      </p:sp>
      <p:sp>
        <p:nvSpPr>
          <p:cNvPr id="3" name="text-2">
            <a:extLst xmlns:a="http://schemas.openxmlformats.org/drawingml/2006/main">
              <a:ext uri="{FF2B5EF4-FFF2-40B4-BE49-F238E27FC236}">
                <a16:creationId xmlns:a16="http://schemas.microsoft.com/office/drawing/2014/main" id="{C1FF12A9-7B04-4115-88C2-6A81E1ED6800}"/>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D75CF54A-24EE-4DAD-829E-B1DC2E03F635}"/>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09</a:t>
            </a:r>
          </a:p>
        </p:txBody>
      </p:sp>
      <p:sp>
        <p:nvSpPr>
          <p:cNvPr id="5" name="text-4">
            <a:extLst xmlns:a="http://schemas.openxmlformats.org/drawingml/2006/main">
              <a:ext uri="{FF2B5EF4-FFF2-40B4-BE49-F238E27FC236}">
                <a16:creationId xmlns:a16="http://schemas.microsoft.com/office/drawing/2014/main" id="{9AFC6A24-4242-466F-8BDC-398447FB8964}"/>
              </a:ext>
            </a:extLst>
          </p:cNvPr>
          <p:cNvSpPr>
            <a:spLocks xmlns:a="http://schemas.openxmlformats.org/drawingml/2006/main" noGrp="1"/>
          </p:cNvSpPr>
          <p:nvPr/>
        </p:nvSpPr>
        <p:spPr>
          <a:xfrm xmlns:a="http://schemas.openxmlformats.org/drawingml/2006/main">
            <a:off x="742950" y="2333625"/>
            <a:ext cx="85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0">
                <a:solidFill>
                  <a:srgbClr val="277747"/>
                </a:solidFill>
                <a:latin typeface="DejaVu Sans"/>
                <a:ea typeface="DejaVu Sans"/>
                <a:cs typeface="DejaVu Sans"/>
              </a:defRPr>
            </a:defPPr>
            <a:lvl1pPr>
              <a:defRPr sz="3150" b="0">
                <a:solidFill>
                  <a:srgbClr val="277747"/>
                </a:solidFill>
                <a:latin typeface="DejaVu Sans"/>
                <a:ea typeface="DejaVu Sans"/>
                <a:cs typeface="DejaVu Sans"/>
              </a:defRPr>
            </a:lvl1pPr>
            <a:lvl2pPr>
              <a:defRPr sz="3150" b="0">
                <a:solidFill>
                  <a:srgbClr val="277747"/>
                </a:solidFill>
                <a:latin typeface="DejaVu Sans"/>
                <a:ea typeface="DejaVu Sans"/>
                <a:cs typeface="DejaVu Sans"/>
              </a:defRPr>
            </a:lvl2pPr>
            <a:lvl3pPr>
              <a:defRPr sz="3150" b="0">
                <a:solidFill>
                  <a:srgbClr val="277747"/>
                </a:solidFill>
                <a:latin typeface="DejaVu Sans"/>
                <a:ea typeface="DejaVu Sans"/>
                <a:cs typeface="DejaVu Sans"/>
              </a:defRPr>
            </a:lvl3pPr>
            <a:lvl4pPr>
              <a:defRPr sz="3150" b="0">
                <a:solidFill>
                  <a:srgbClr val="277747"/>
                </a:solidFill>
                <a:latin typeface="DejaVu Sans"/>
                <a:ea typeface="DejaVu Sans"/>
                <a:cs typeface="DejaVu Sans"/>
              </a:defRPr>
            </a:lvl4pPr>
            <a:lvl5pPr>
              <a:defRPr sz="3150" b="0">
                <a:solidFill>
                  <a:srgbClr val="277747"/>
                </a:solidFill>
                <a:latin typeface="DejaVu Sans"/>
                <a:ea typeface="DejaVu Sans"/>
                <a:cs typeface="DejaVu Sans"/>
              </a:defRPr>
            </a:lvl5pPr>
            <a:lvl6pPr>
              <a:defRPr sz="3150" b="0">
                <a:solidFill>
                  <a:srgbClr val="277747"/>
                </a:solidFill>
                <a:latin typeface="DejaVu Sans"/>
                <a:ea typeface="DejaVu Sans"/>
                <a:cs typeface="DejaVu Sans"/>
              </a:defRPr>
            </a:lvl6pPr>
            <a:lvl7pPr>
              <a:defRPr sz="3150" b="0">
                <a:solidFill>
                  <a:srgbClr val="277747"/>
                </a:solidFill>
                <a:latin typeface="DejaVu Sans"/>
                <a:ea typeface="DejaVu Sans"/>
                <a:cs typeface="DejaVu Sans"/>
              </a:defRPr>
            </a:lvl7pPr>
            <a:lvl8pPr>
              <a:defRPr sz="3150" b="0">
                <a:solidFill>
                  <a:srgbClr val="277747"/>
                </a:solidFill>
                <a:latin typeface="DejaVu Sans"/>
                <a:ea typeface="DejaVu Sans"/>
                <a:cs typeface="DejaVu Sans"/>
              </a:defRPr>
            </a:lvl8pPr>
            <a:lvl9pPr>
              <a:defRPr sz="3150" b="0">
                <a:solidFill>
                  <a:srgbClr val="277747"/>
                </a:solidFill>
                <a:latin typeface="DejaVu Sans"/>
                <a:ea typeface="DejaVu Sans"/>
                <a:cs typeface="DejaVu Sans"/>
              </a:defRPr>
            </a:lvl9pPr>
          </a:lstStyle>
          <a:p xmlns:a="http://schemas.openxmlformats.org/drawingml/2006/main">
            <a:pPr>
              <a:defRPr sz="3150" b="0">
                <a:solidFill>
                  <a:srgbClr val="277747"/>
                </a:solidFill>
                <a:latin typeface="DejaVu Sans"/>
                <a:ea typeface="DejaVu Sans"/>
                <a:cs typeface="DejaVu Sans"/>
              </a:defRPr>
            </a:pPr>
            <a:r>
              <a:rPr sz="3150" b="0">
                <a:solidFill>
                  <a:srgbClr val="277747"/>
                </a:solidFill>
                <a:latin typeface="DejaVu Sans"/>
                <a:ea typeface="DejaVu Sans"/>
                <a:cs typeface="DejaVu Sans"/>
              </a:rPr>
              <a:t>01</a:t>
            </a:r>
          </a:p>
        </p:txBody>
      </p:sp>
      <p:sp>
        <p:nvSpPr>
          <p:cNvPr id="6" name="text-5">
            <a:extLst xmlns:a="http://schemas.openxmlformats.org/drawingml/2006/main">
              <a:ext uri="{FF2B5EF4-FFF2-40B4-BE49-F238E27FC236}">
                <a16:creationId xmlns:a16="http://schemas.microsoft.com/office/drawing/2014/main" id="{44747A71-1519-4152-BFC7-011E8FBD15DB}"/>
              </a:ext>
            </a:extLst>
          </p:cNvPr>
          <p:cNvSpPr>
            <a:spLocks xmlns:a="http://schemas.openxmlformats.org/drawingml/2006/main" noGrp="1"/>
          </p:cNvSpPr>
          <p:nvPr/>
        </p:nvSpPr>
        <p:spPr>
          <a:xfrm xmlns:a="http://schemas.openxmlformats.org/drawingml/2006/main">
            <a:off x="1857375" y="233362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3B31"/>
                </a:solidFill>
                <a:latin typeface="DejaVu Sans"/>
                <a:ea typeface="DejaVu Sans"/>
                <a:cs typeface="DejaVu Sans"/>
              </a:defRPr>
            </a:defPPr>
            <a:lvl1pPr>
              <a:defRPr sz="2325" b="1">
                <a:solidFill>
                  <a:srgbClr val="173B31"/>
                </a:solidFill>
                <a:latin typeface="DejaVu Sans"/>
                <a:ea typeface="DejaVu Sans"/>
                <a:cs typeface="DejaVu Sans"/>
              </a:defRPr>
            </a:lvl1pPr>
            <a:lvl2pPr>
              <a:defRPr sz="2325" b="1">
                <a:solidFill>
                  <a:srgbClr val="173B31"/>
                </a:solidFill>
                <a:latin typeface="DejaVu Sans"/>
                <a:ea typeface="DejaVu Sans"/>
                <a:cs typeface="DejaVu Sans"/>
              </a:defRPr>
            </a:lvl2pPr>
            <a:lvl3pPr>
              <a:defRPr sz="2325" b="1">
                <a:solidFill>
                  <a:srgbClr val="173B31"/>
                </a:solidFill>
                <a:latin typeface="DejaVu Sans"/>
                <a:ea typeface="DejaVu Sans"/>
                <a:cs typeface="DejaVu Sans"/>
              </a:defRPr>
            </a:lvl3pPr>
            <a:lvl4pPr>
              <a:defRPr sz="2325" b="1">
                <a:solidFill>
                  <a:srgbClr val="173B31"/>
                </a:solidFill>
                <a:latin typeface="DejaVu Sans"/>
                <a:ea typeface="DejaVu Sans"/>
                <a:cs typeface="DejaVu Sans"/>
              </a:defRPr>
            </a:lvl4pPr>
            <a:lvl5pPr>
              <a:defRPr sz="2325" b="1">
                <a:solidFill>
                  <a:srgbClr val="173B31"/>
                </a:solidFill>
                <a:latin typeface="DejaVu Sans"/>
                <a:ea typeface="DejaVu Sans"/>
                <a:cs typeface="DejaVu Sans"/>
              </a:defRPr>
            </a:lvl5pPr>
            <a:lvl6pPr>
              <a:defRPr sz="2325" b="1">
                <a:solidFill>
                  <a:srgbClr val="173B31"/>
                </a:solidFill>
                <a:latin typeface="DejaVu Sans"/>
                <a:ea typeface="DejaVu Sans"/>
                <a:cs typeface="DejaVu Sans"/>
              </a:defRPr>
            </a:lvl6pPr>
            <a:lvl7pPr>
              <a:defRPr sz="2325" b="1">
                <a:solidFill>
                  <a:srgbClr val="173B31"/>
                </a:solidFill>
                <a:latin typeface="DejaVu Sans"/>
                <a:ea typeface="DejaVu Sans"/>
                <a:cs typeface="DejaVu Sans"/>
              </a:defRPr>
            </a:lvl7pPr>
            <a:lvl8pPr>
              <a:defRPr sz="2325" b="1">
                <a:solidFill>
                  <a:srgbClr val="173B31"/>
                </a:solidFill>
                <a:latin typeface="DejaVu Sans"/>
                <a:ea typeface="DejaVu Sans"/>
                <a:cs typeface="DejaVu Sans"/>
              </a:defRPr>
            </a:lvl8pPr>
            <a:lvl9pPr>
              <a:defRPr sz="2325" b="1">
                <a:solidFill>
                  <a:srgbClr val="173B31"/>
                </a:solidFill>
                <a:latin typeface="DejaVu Sans"/>
                <a:ea typeface="DejaVu Sans"/>
                <a:cs typeface="DejaVu Sans"/>
              </a:defRPr>
            </a:lvl9pPr>
          </a:lstStyle>
          <a:p xmlns:a="http://schemas.openxmlformats.org/drawingml/2006/main">
            <a:pPr>
              <a:defRPr sz="2325" b="1">
                <a:solidFill>
                  <a:srgbClr val="173B31"/>
                </a:solidFill>
                <a:latin typeface="DejaVu Sans"/>
                <a:ea typeface="DejaVu Sans"/>
                <a:cs typeface="DejaVu Sans"/>
              </a:defRPr>
            </a:pPr>
            <a:r>
              <a:rPr sz="2325" b="1">
                <a:solidFill>
                  <a:srgbClr val="173B31"/>
                </a:solidFill>
                <a:latin typeface="DejaVu Sans"/>
                <a:ea typeface="DejaVu Sans"/>
                <a:cs typeface="DejaVu Sans"/>
              </a:rPr>
              <a:t>Captura de audio</a:t>
            </a:r>
          </a:p>
        </p:txBody>
      </p:sp>
      <p:sp>
        <p:nvSpPr>
          <p:cNvPr id="7" name="text-6">
            <a:extLst xmlns:a="http://schemas.openxmlformats.org/drawingml/2006/main">
              <a:ext uri="{FF2B5EF4-FFF2-40B4-BE49-F238E27FC236}">
                <a16:creationId xmlns:a16="http://schemas.microsoft.com/office/drawing/2014/main" id="{DC2B5855-B5D0-4E88-97CC-8D0FF3866CF1}"/>
              </a:ext>
            </a:extLst>
          </p:cNvPr>
          <p:cNvSpPr>
            <a:spLocks xmlns:a="http://schemas.openxmlformats.org/drawingml/2006/main" noGrp="1"/>
          </p:cNvSpPr>
          <p:nvPr/>
        </p:nvSpPr>
        <p:spPr>
          <a:xfrm xmlns:a="http://schemas.openxmlformats.org/drawingml/2006/main">
            <a:off x="6477000" y="2333625"/>
            <a:ext cx="781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36A62"/>
                </a:solidFill>
                <a:latin typeface="DejaVu Sans"/>
                <a:ea typeface="DejaVu Sans"/>
                <a:cs typeface="DejaVu Sans"/>
              </a:defRPr>
            </a:defPPr>
            <a:lvl1pPr>
              <a:defRPr sz="2100" b="0">
                <a:solidFill>
                  <a:srgbClr val="536A62"/>
                </a:solidFill>
                <a:latin typeface="DejaVu Sans"/>
                <a:ea typeface="DejaVu Sans"/>
                <a:cs typeface="DejaVu Sans"/>
              </a:defRPr>
            </a:lvl1pPr>
            <a:lvl2pPr>
              <a:defRPr sz="2100" b="0">
                <a:solidFill>
                  <a:srgbClr val="536A62"/>
                </a:solidFill>
                <a:latin typeface="DejaVu Sans"/>
                <a:ea typeface="DejaVu Sans"/>
                <a:cs typeface="DejaVu Sans"/>
              </a:defRPr>
            </a:lvl2pPr>
            <a:lvl3pPr>
              <a:defRPr sz="2100" b="0">
                <a:solidFill>
                  <a:srgbClr val="536A62"/>
                </a:solidFill>
                <a:latin typeface="DejaVu Sans"/>
                <a:ea typeface="DejaVu Sans"/>
                <a:cs typeface="DejaVu Sans"/>
              </a:defRPr>
            </a:lvl3pPr>
            <a:lvl4pPr>
              <a:defRPr sz="2100" b="0">
                <a:solidFill>
                  <a:srgbClr val="536A62"/>
                </a:solidFill>
                <a:latin typeface="DejaVu Sans"/>
                <a:ea typeface="DejaVu Sans"/>
                <a:cs typeface="DejaVu Sans"/>
              </a:defRPr>
            </a:lvl4pPr>
            <a:lvl5pPr>
              <a:defRPr sz="2100" b="0">
                <a:solidFill>
                  <a:srgbClr val="536A62"/>
                </a:solidFill>
                <a:latin typeface="DejaVu Sans"/>
                <a:ea typeface="DejaVu Sans"/>
                <a:cs typeface="DejaVu Sans"/>
              </a:defRPr>
            </a:lvl5pPr>
            <a:lvl6pPr>
              <a:defRPr sz="2100" b="0">
                <a:solidFill>
                  <a:srgbClr val="536A62"/>
                </a:solidFill>
                <a:latin typeface="DejaVu Sans"/>
                <a:ea typeface="DejaVu Sans"/>
                <a:cs typeface="DejaVu Sans"/>
              </a:defRPr>
            </a:lvl6pPr>
            <a:lvl7pPr>
              <a:defRPr sz="2100" b="0">
                <a:solidFill>
                  <a:srgbClr val="536A62"/>
                </a:solidFill>
                <a:latin typeface="DejaVu Sans"/>
                <a:ea typeface="DejaVu Sans"/>
                <a:cs typeface="DejaVu Sans"/>
              </a:defRPr>
            </a:lvl7pPr>
            <a:lvl8pPr>
              <a:defRPr sz="2100" b="0">
                <a:solidFill>
                  <a:srgbClr val="536A62"/>
                </a:solidFill>
                <a:latin typeface="DejaVu Sans"/>
                <a:ea typeface="DejaVu Sans"/>
                <a:cs typeface="DejaVu Sans"/>
              </a:defRPr>
            </a:lvl8pPr>
            <a:lvl9pPr>
              <a:defRPr sz="2100" b="0">
                <a:solidFill>
                  <a:srgbClr val="536A62"/>
                </a:solidFill>
                <a:latin typeface="DejaVu Sans"/>
                <a:ea typeface="DejaVu Sans"/>
                <a:cs typeface="DejaVu Sans"/>
              </a:defRPr>
            </a:lvl9pPr>
          </a:lstStyle>
          <a:p xmlns:a="http://schemas.openxmlformats.org/drawingml/2006/main">
            <a:pPr>
              <a:defRPr sz="2100" b="0">
                <a:solidFill>
                  <a:srgbClr val="536A62"/>
                </a:solidFill>
                <a:latin typeface="DejaVu Sans"/>
                <a:ea typeface="DejaVu Sans"/>
                <a:cs typeface="DejaVu Sans"/>
              </a:defRPr>
            </a:pPr>
            <a:r>
              <a:rPr sz="2100" b="0">
                <a:solidFill>
                  <a:srgbClr val="536A62"/>
                </a:solidFill>
                <a:latin typeface="DejaVu Sans"/>
                <a:ea typeface="DejaVu Sans"/>
                <a:cs typeface="DejaVu Sans"/>
              </a:rPr>
              <a:t>Salida de la consola del salón o audio de Teams con una ruta validada.</a:t>
            </a:r>
          </a:p>
        </p:txBody>
      </p:sp>
      <p:sp>
        <p:nvSpPr>
          <p:cNvPr id="8" name="text-7">
            <a:extLst xmlns:a="http://schemas.openxmlformats.org/drawingml/2006/main">
              <a:ext uri="{FF2B5EF4-FFF2-40B4-BE49-F238E27FC236}">
                <a16:creationId xmlns:a16="http://schemas.microsoft.com/office/drawing/2014/main" id="{7BDCED95-EA04-4099-BDB2-AE3A02E52AB4}"/>
              </a:ext>
            </a:extLst>
          </p:cNvPr>
          <p:cNvSpPr>
            <a:spLocks xmlns:a="http://schemas.openxmlformats.org/drawingml/2006/main" noGrp="1"/>
          </p:cNvSpPr>
          <p:nvPr/>
        </p:nvSpPr>
        <p:spPr>
          <a:xfrm xmlns:a="http://schemas.openxmlformats.org/drawingml/2006/main">
            <a:off x="742950" y="3638550"/>
            <a:ext cx="85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0">
                <a:solidFill>
                  <a:srgbClr val="277747"/>
                </a:solidFill>
                <a:latin typeface="DejaVu Sans"/>
                <a:ea typeface="DejaVu Sans"/>
                <a:cs typeface="DejaVu Sans"/>
              </a:defRPr>
            </a:defPPr>
            <a:lvl1pPr>
              <a:defRPr sz="3150" b="0">
                <a:solidFill>
                  <a:srgbClr val="277747"/>
                </a:solidFill>
                <a:latin typeface="DejaVu Sans"/>
                <a:ea typeface="DejaVu Sans"/>
                <a:cs typeface="DejaVu Sans"/>
              </a:defRPr>
            </a:lvl1pPr>
            <a:lvl2pPr>
              <a:defRPr sz="3150" b="0">
                <a:solidFill>
                  <a:srgbClr val="277747"/>
                </a:solidFill>
                <a:latin typeface="DejaVu Sans"/>
                <a:ea typeface="DejaVu Sans"/>
                <a:cs typeface="DejaVu Sans"/>
              </a:defRPr>
            </a:lvl2pPr>
            <a:lvl3pPr>
              <a:defRPr sz="3150" b="0">
                <a:solidFill>
                  <a:srgbClr val="277747"/>
                </a:solidFill>
                <a:latin typeface="DejaVu Sans"/>
                <a:ea typeface="DejaVu Sans"/>
                <a:cs typeface="DejaVu Sans"/>
              </a:defRPr>
            </a:lvl3pPr>
            <a:lvl4pPr>
              <a:defRPr sz="3150" b="0">
                <a:solidFill>
                  <a:srgbClr val="277747"/>
                </a:solidFill>
                <a:latin typeface="DejaVu Sans"/>
                <a:ea typeface="DejaVu Sans"/>
                <a:cs typeface="DejaVu Sans"/>
              </a:defRPr>
            </a:lvl4pPr>
            <a:lvl5pPr>
              <a:defRPr sz="3150" b="0">
                <a:solidFill>
                  <a:srgbClr val="277747"/>
                </a:solidFill>
                <a:latin typeface="DejaVu Sans"/>
                <a:ea typeface="DejaVu Sans"/>
                <a:cs typeface="DejaVu Sans"/>
              </a:defRPr>
            </a:lvl5pPr>
            <a:lvl6pPr>
              <a:defRPr sz="3150" b="0">
                <a:solidFill>
                  <a:srgbClr val="277747"/>
                </a:solidFill>
                <a:latin typeface="DejaVu Sans"/>
                <a:ea typeface="DejaVu Sans"/>
                <a:cs typeface="DejaVu Sans"/>
              </a:defRPr>
            </a:lvl6pPr>
            <a:lvl7pPr>
              <a:defRPr sz="3150" b="0">
                <a:solidFill>
                  <a:srgbClr val="277747"/>
                </a:solidFill>
                <a:latin typeface="DejaVu Sans"/>
                <a:ea typeface="DejaVu Sans"/>
                <a:cs typeface="DejaVu Sans"/>
              </a:defRPr>
            </a:lvl7pPr>
            <a:lvl8pPr>
              <a:defRPr sz="3150" b="0">
                <a:solidFill>
                  <a:srgbClr val="277747"/>
                </a:solidFill>
                <a:latin typeface="DejaVu Sans"/>
                <a:ea typeface="DejaVu Sans"/>
                <a:cs typeface="DejaVu Sans"/>
              </a:defRPr>
            </a:lvl8pPr>
            <a:lvl9pPr>
              <a:defRPr sz="3150" b="0">
                <a:solidFill>
                  <a:srgbClr val="277747"/>
                </a:solidFill>
                <a:latin typeface="DejaVu Sans"/>
                <a:ea typeface="DejaVu Sans"/>
                <a:cs typeface="DejaVu Sans"/>
              </a:defRPr>
            </a:lvl9pPr>
          </a:lstStyle>
          <a:p xmlns:a="http://schemas.openxmlformats.org/drawingml/2006/main">
            <a:pPr>
              <a:defRPr sz="3150" b="0">
                <a:solidFill>
                  <a:srgbClr val="277747"/>
                </a:solidFill>
                <a:latin typeface="DejaVu Sans"/>
                <a:ea typeface="DejaVu Sans"/>
                <a:cs typeface="DejaVu Sans"/>
              </a:defRPr>
            </a:pPr>
            <a:r>
              <a:rPr sz="3150" b="0">
                <a:solidFill>
                  <a:srgbClr val="277747"/>
                </a:solidFill>
                <a:latin typeface="DejaVu Sans"/>
                <a:ea typeface="DejaVu Sans"/>
                <a:cs typeface="DejaVu Sans"/>
              </a:rPr>
              <a:t>02</a:t>
            </a:r>
          </a:p>
        </p:txBody>
      </p:sp>
      <p:sp>
        <p:nvSpPr>
          <p:cNvPr id="9" name="text-8">
            <a:extLst xmlns:a="http://schemas.openxmlformats.org/drawingml/2006/main">
              <a:ext uri="{FF2B5EF4-FFF2-40B4-BE49-F238E27FC236}">
                <a16:creationId xmlns:a16="http://schemas.microsoft.com/office/drawing/2014/main" id="{840198E4-96EE-4AB5-B158-E3FE9F162B54}"/>
              </a:ext>
            </a:extLst>
          </p:cNvPr>
          <p:cNvSpPr>
            <a:spLocks xmlns:a="http://schemas.openxmlformats.org/drawingml/2006/main" noGrp="1"/>
          </p:cNvSpPr>
          <p:nvPr/>
        </p:nvSpPr>
        <p:spPr>
          <a:xfrm xmlns:a="http://schemas.openxmlformats.org/drawingml/2006/main">
            <a:off x="1857375" y="36385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3B31"/>
                </a:solidFill>
                <a:latin typeface="DejaVu Sans"/>
                <a:ea typeface="DejaVu Sans"/>
                <a:cs typeface="DejaVu Sans"/>
              </a:defRPr>
            </a:defPPr>
            <a:lvl1pPr>
              <a:defRPr sz="2325" b="1">
                <a:solidFill>
                  <a:srgbClr val="173B31"/>
                </a:solidFill>
                <a:latin typeface="DejaVu Sans"/>
                <a:ea typeface="DejaVu Sans"/>
                <a:cs typeface="DejaVu Sans"/>
              </a:defRPr>
            </a:lvl1pPr>
            <a:lvl2pPr>
              <a:defRPr sz="2325" b="1">
                <a:solidFill>
                  <a:srgbClr val="173B31"/>
                </a:solidFill>
                <a:latin typeface="DejaVu Sans"/>
                <a:ea typeface="DejaVu Sans"/>
                <a:cs typeface="DejaVu Sans"/>
              </a:defRPr>
            </a:lvl2pPr>
            <a:lvl3pPr>
              <a:defRPr sz="2325" b="1">
                <a:solidFill>
                  <a:srgbClr val="173B31"/>
                </a:solidFill>
                <a:latin typeface="DejaVu Sans"/>
                <a:ea typeface="DejaVu Sans"/>
                <a:cs typeface="DejaVu Sans"/>
              </a:defRPr>
            </a:lvl3pPr>
            <a:lvl4pPr>
              <a:defRPr sz="2325" b="1">
                <a:solidFill>
                  <a:srgbClr val="173B31"/>
                </a:solidFill>
                <a:latin typeface="DejaVu Sans"/>
                <a:ea typeface="DejaVu Sans"/>
                <a:cs typeface="DejaVu Sans"/>
              </a:defRPr>
            </a:lvl4pPr>
            <a:lvl5pPr>
              <a:defRPr sz="2325" b="1">
                <a:solidFill>
                  <a:srgbClr val="173B31"/>
                </a:solidFill>
                <a:latin typeface="DejaVu Sans"/>
                <a:ea typeface="DejaVu Sans"/>
                <a:cs typeface="DejaVu Sans"/>
              </a:defRPr>
            </a:lvl5pPr>
            <a:lvl6pPr>
              <a:defRPr sz="2325" b="1">
                <a:solidFill>
                  <a:srgbClr val="173B31"/>
                </a:solidFill>
                <a:latin typeface="DejaVu Sans"/>
                <a:ea typeface="DejaVu Sans"/>
                <a:cs typeface="DejaVu Sans"/>
              </a:defRPr>
            </a:lvl6pPr>
            <a:lvl7pPr>
              <a:defRPr sz="2325" b="1">
                <a:solidFill>
                  <a:srgbClr val="173B31"/>
                </a:solidFill>
                <a:latin typeface="DejaVu Sans"/>
                <a:ea typeface="DejaVu Sans"/>
                <a:cs typeface="DejaVu Sans"/>
              </a:defRPr>
            </a:lvl7pPr>
            <a:lvl8pPr>
              <a:defRPr sz="2325" b="1">
                <a:solidFill>
                  <a:srgbClr val="173B31"/>
                </a:solidFill>
                <a:latin typeface="DejaVu Sans"/>
                <a:ea typeface="DejaVu Sans"/>
                <a:cs typeface="DejaVu Sans"/>
              </a:defRPr>
            </a:lvl8pPr>
            <a:lvl9pPr>
              <a:defRPr sz="2325" b="1">
                <a:solidFill>
                  <a:srgbClr val="173B31"/>
                </a:solidFill>
                <a:latin typeface="DejaVu Sans"/>
                <a:ea typeface="DejaVu Sans"/>
                <a:cs typeface="DejaVu Sans"/>
              </a:defRPr>
            </a:lvl9pPr>
          </a:lstStyle>
          <a:p xmlns:a="http://schemas.openxmlformats.org/drawingml/2006/main">
            <a:pPr>
              <a:defRPr sz="2325" b="1">
                <a:solidFill>
                  <a:srgbClr val="173B31"/>
                </a:solidFill>
                <a:latin typeface="DejaVu Sans"/>
                <a:ea typeface="DejaVu Sans"/>
                <a:cs typeface="DejaVu Sans"/>
              </a:defRPr>
            </a:pPr>
            <a:r>
              <a:rPr sz="2325" b="1">
                <a:solidFill>
                  <a:srgbClr val="173B31"/>
                </a:solidFill>
                <a:latin typeface="DejaVu Sans"/>
                <a:ea typeface="DejaVu Sans"/>
                <a:cs typeface="DejaVu Sans"/>
              </a:rPr>
              <a:t>Transcripción continua</a:t>
            </a:r>
          </a:p>
        </p:txBody>
      </p:sp>
      <p:sp>
        <p:nvSpPr>
          <p:cNvPr id="10" name="text-9">
            <a:extLst xmlns:a="http://schemas.openxmlformats.org/drawingml/2006/main">
              <a:ext uri="{FF2B5EF4-FFF2-40B4-BE49-F238E27FC236}">
                <a16:creationId xmlns:a16="http://schemas.microsoft.com/office/drawing/2014/main" id="{E0ADC5BC-4B9A-403C-B12C-186ABF5D09FC}"/>
              </a:ext>
            </a:extLst>
          </p:cNvPr>
          <p:cNvSpPr>
            <a:spLocks xmlns:a="http://schemas.openxmlformats.org/drawingml/2006/main" noGrp="1"/>
          </p:cNvSpPr>
          <p:nvPr/>
        </p:nvSpPr>
        <p:spPr>
          <a:xfrm xmlns:a="http://schemas.openxmlformats.org/drawingml/2006/main">
            <a:off x="6477000" y="3638550"/>
            <a:ext cx="781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36A62"/>
                </a:solidFill>
                <a:latin typeface="DejaVu Sans"/>
                <a:ea typeface="DejaVu Sans"/>
                <a:cs typeface="DejaVu Sans"/>
              </a:defRPr>
            </a:defPPr>
            <a:lvl1pPr>
              <a:defRPr sz="2100" b="0">
                <a:solidFill>
                  <a:srgbClr val="536A62"/>
                </a:solidFill>
                <a:latin typeface="DejaVu Sans"/>
                <a:ea typeface="DejaVu Sans"/>
                <a:cs typeface="DejaVu Sans"/>
              </a:defRPr>
            </a:lvl1pPr>
            <a:lvl2pPr>
              <a:defRPr sz="2100" b="0">
                <a:solidFill>
                  <a:srgbClr val="536A62"/>
                </a:solidFill>
                <a:latin typeface="DejaVu Sans"/>
                <a:ea typeface="DejaVu Sans"/>
                <a:cs typeface="DejaVu Sans"/>
              </a:defRPr>
            </a:lvl2pPr>
            <a:lvl3pPr>
              <a:defRPr sz="2100" b="0">
                <a:solidFill>
                  <a:srgbClr val="536A62"/>
                </a:solidFill>
                <a:latin typeface="DejaVu Sans"/>
                <a:ea typeface="DejaVu Sans"/>
                <a:cs typeface="DejaVu Sans"/>
              </a:defRPr>
            </a:lvl3pPr>
            <a:lvl4pPr>
              <a:defRPr sz="2100" b="0">
                <a:solidFill>
                  <a:srgbClr val="536A62"/>
                </a:solidFill>
                <a:latin typeface="DejaVu Sans"/>
                <a:ea typeface="DejaVu Sans"/>
                <a:cs typeface="DejaVu Sans"/>
              </a:defRPr>
            </a:lvl4pPr>
            <a:lvl5pPr>
              <a:defRPr sz="2100" b="0">
                <a:solidFill>
                  <a:srgbClr val="536A62"/>
                </a:solidFill>
                <a:latin typeface="DejaVu Sans"/>
                <a:ea typeface="DejaVu Sans"/>
                <a:cs typeface="DejaVu Sans"/>
              </a:defRPr>
            </a:lvl5pPr>
            <a:lvl6pPr>
              <a:defRPr sz="2100" b="0">
                <a:solidFill>
                  <a:srgbClr val="536A62"/>
                </a:solidFill>
                <a:latin typeface="DejaVu Sans"/>
                <a:ea typeface="DejaVu Sans"/>
                <a:cs typeface="DejaVu Sans"/>
              </a:defRPr>
            </a:lvl6pPr>
            <a:lvl7pPr>
              <a:defRPr sz="2100" b="0">
                <a:solidFill>
                  <a:srgbClr val="536A62"/>
                </a:solidFill>
                <a:latin typeface="DejaVu Sans"/>
                <a:ea typeface="DejaVu Sans"/>
                <a:cs typeface="DejaVu Sans"/>
              </a:defRPr>
            </a:lvl7pPr>
            <a:lvl8pPr>
              <a:defRPr sz="2100" b="0">
                <a:solidFill>
                  <a:srgbClr val="536A62"/>
                </a:solidFill>
                <a:latin typeface="DejaVu Sans"/>
                <a:ea typeface="DejaVu Sans"/>
                <a:cs typeface="DejaVu Sans"/>
              </a:defRPr>
            </a:lvl8pPr>
            <a:lvl9pPr>
              <a:defRPr sz="2100" b="0">
                <a:solidFill>
                  <a:srgbClr val="536A62"/>
                </a:solidFill>
                <a:latin typeface="DejaVu Sans"/>
                <a:ea typeface="DejaVu Sans"/>
                <a:cs typeface="DejaVu Sans"/>
              </a:defRPr>
            </a:lvl9pPr>
          </a:lstStyle>
          <a:p xmlns:a="http://schemas.openxmlformats.org/drawingml/2006/main">
            <a:pPr>
              <a:defRPr sz="2100" b="0">
                <a:solidFill>
                  <a:srgbClr val="536A62"/>
                </a:solidFill>
                <a:latin typeface="DejaVu Sans"/>
                <a:ea typeface="DejaVu Sans"/>
                <a:cs typeface="DejaVu Sans"/>
              </a:defRPr>
            </a:pPr>
            <a:r>
              <a:rPr sz="2100" b="0">
                <a:solidFill>
                  <a:srgbClr val="536A62"/>
                </a:solidFill>
                <a:latin typeface="DejaVu Sans"/>
                <a:ea typeface="DejaVu Sans"/>
                <a:cs typeface="DejaVu Sans"/>
              </a:rPr>
              <a:t>Servicio de voz en español que emita fragmentos de texto confirmados.</a:t>
            </a:r>
          </a:p>
        </p:txBody>
      </p:sp>
      <p:sp>
        <p:nvSpPr>
          <p:cNvPr id="11" name="text-10">
            <a:extLst xmlns:a="http://schemas.openxmlformats.org/drawingml/2006/main">
              <a:ext uri="{FF2B5EF4-FFF2-40B4-BE49-F238E27FC236}">
                <a16:creationId xmlns:a16="http://schemas.microsoft.com/office/drawing/2014/main" id="{9558B018-7A3F-44DC-B4F4-65032F520E04}"/>
              </a:ext>
            </a:extLst>
          </p:cNvPr>
          <p:cNvSpPr>
            <a:spLocks xmlns:a="http://schemas.openxmlformats.org/drawingml/2006/main" noGrp="1"/>
          </p:cNvSpPr>
          <p:nvPr/>
        </p:nvSpPr>
        <p:spPr>
          <a:xfrm xmlns:a="http://schemas.openxmlformats.org/drawingml/2006/main">
            <a:off x="742950" y="4943475"/>
            <a:ext cx="85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0">
                <a:solidFill>
                  <a:srgbClr val="277747"/>
                </a:solidFill>
                <a:latin typeface="DejaVu Sans"/>
                <a:ea typeface="DejaVu Sans"/>
                <a:cs typeface="DejaVu Sans"/>
              </a:defRPr>
            </a:defPPr>
            <a:lvl1pPr>
              <a:defRPr sz="3150" b="0">
                <a:solidFill>
                  <a:srgbClr val="277747"/>
                </a:solidFill>
                <a:latin typeface="DejaVu Sans"/>
                <a:ea typeface="DejaVu Sans"/>
                <a:cs typeface="DejaVu Sans"/>
              </a:defRPr>
            </a:lvl1pPr>
            <a:lvl2pPr>
              <a:defRPr sz="3150" b="0">
                <a:solidFill>
                  <a:srgbClr val="277747"/>
                </a:solidFill>
                <a:latin typeface="DejaVu Sans"/>
                <a:ea typeface="DejaVu Sans"/>
                <a:cs typeface="DejaVu Sans"/>
              </a:defRPr>
            </a:lvl2pPr>
            <a:lvl3pPr>
              <a:defRPr sz="3150" b="0">
                <a:solidFill>
                  <a:srgbClr val="277747"/>
                </a:solidFill>
                <a:latin typeface="DejaVu Sans"/>
                <a:ea typeface="DejaVu Sans"/>
                <a:cs typeface="DejaVu Sans"/>
              </a:defRPr>
            </a:lvl3pPr>
            <a:lvl4pPr>
              <a:defRPr sz="3150" b="0">
                <a:solidFill>
                  <a:srgbClr val="277747"/>
                </a:solidFill>
                <a:latin typeface="DejaVu Sans"/>
                <a:ea typeface="DejaVu Sans"/>
                <a:cs typeface="DejaVu Sans"/>
              </a:defRPr>
            </a:lvl4pPr>
            <a:lvl5pPr>
              <a:defRPr sz="3150" b="0">
                <a:solidFill>
                  <a:srgbClr val="277747"/>
                </a:solidFill>
                <a:latin typeface="DejaVu Sans"/>
                <a:ea typeface="DejaVu Sans"/>
                <a:cs typeface="DejaVu Sans"/>
              </a:defRPr>
            </a:lvl5pPr>
            <a:lvl6pPr>
              <a:defRPr sz="3150" b="0">
                <a:solidFill>
                  <a:srgbClr val="277747"/>
                </a:solidFill>
                <a:latin typeface="DejaVu Sans"/>
                <a:ea typeface="DejaVu Sans"/>
                <a:cs typeface="DejaVu Sans"/>
              </a:defRPr>
            </a:lvl6pPr>
            <a:lvl7pPr>
              <a:defRPr sz="3150" b="0">
                <a:solidFill>
                  <a:srgbClr val="277747"/>
                </a:solidFill>
                <a:latin typeface="DejaVu Sans"/>
                <a:ea typeface="DejaVu Sans"/>
                <a:cs typeface="DejaVu Sans"/>
              </a:defRPr>
            </a:lvl7pPr>
            <a:lvl8pPr>
              <a:defRPr sz="3150" b="0">
                <a:solidFill>
                  <a:srgbClr val="277747"/>
                </a:solidFill>
                <a:latin typeface="DejaVu Sans"/>
                <a:ea typeface="DejaVu Sans"/>
                <a:cs typeface="DejaVu Sans"/>
              </a:defRPr>
            </a:lvl8pPr>
            <a:lvl9pPr>
              <a:defRPr sz="3150" b="0">
                <a:solidFill>
                  <a:srgbClr val="277747"/>
                </a:solidFill>
                <a:latin typeface="DejaVu Sans"/>
                <a:ea typeface="DejaVu Sans"/>
                <a:cs typeface="DejaVu Sans"/>
              </a:defRPr>
            </a:lvl9pPr>
          </a:lstStyle>
          <a:p xmlns:a="http://schemas.openxmlformats.org/drawingml/2006/main">
            <a:pPr>
              <a:defRPr sz="3150" b="0">
                <a:solidFill>
                  <a:srgbClr val="277747"/>
                </a:solidFill>
                <a:latin typeface="DejaVu Sans"/>
                <a:ea typeface="DejaVu Sans"/>
                <a:cs typeface="DejaVu Sans"/>
              </a:defRPr>
            </a:pPr>
            <a:r>
              <a:rPr sz="3150" b="0">
                <a:solidFill>
                  <a:srgbClr val="277747"/>
                </a:solidFill>
                <a:latin typeface="DejaVu Sans"/>
                <a:ea typeface="DejaVu Sans"/>
                <a:cs typeface="DejaVu Sans"/>
              </a:rPr>
              <a:t>03</a:t>
            </a:r>
          </a:p>
        </p:txBody>
      </p:sp>
      <p:sp>
        <p:nvSpPr>
          <p:cNvPr id="12" name="text-11">
            <a:extLst xmlns:a="http://schemas.openxmlformats.org/drawingml/2006/main">
              <a:ext uri="{FF2B5EF4-FFF2-40B4-BE49-F238E27FC236}">
                <a16:creationId xmlns:a16="http://schemas.microsoft.com/office/drawing/2014/main" id="{88A5F604-9697-48E8-BE33-FA4C39626F31}"/>
              </a:ext>
            </a:extLst>
          </p:cNvPr>
          <p:cNvSpPr>
            <a:spLocks xmlns:a="http://schemas.openxmlformats.org/drawingml/2006/main" noGrp="1"/>
          </p:cNvSpPr>
          <p:nvPr/>
        </p:nvSpPr>
        <p:spPr>
          <a:xfrm xmlns:a="http://schemas.openxmlformats.org/drawingml/2006/main">
            <a:off x="1857375" y="494347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3B31"/>
                </a:solidFill>
                <a:latin typeface="DejaVu Sans"/>
                <a:ea typeface="DejaVu Sans"/>
                <a:cs typeface="DejaVu Sans"/>
              </a:defRPr>
            </a:defPPr>
            <a:lvl1pPr>
              <a:defRPr sz="2325" b="1">
                <a:solidFill>
                  <a:srgbClr val="173B31"/>
                </a:solidFill>
                <a:latin typeface="DejaVu Sans"/>
                <a:ea typeface="DejaVu Sans"/>
                <a:cs typeface="DejaVu Sans"/>
              </a:defRPr>
            </a:lvl1pPr>
            <a:lvl2pPr>
              <a:defRPr sz="2325" b="1">
                <a:solidFill>
                  <a:srgbClr val="173B31"/>
                </a:solidFill>
                <a:latin typeface="DejaVu Sans"/>
                <a:ea typeface="DejaVu Sans"/>
                <a:cs typeface="DejaVu Sans"/>
              </a:defRPr>
            </a:lvl2pPr>
            <a:lvl3pPr>
              <a:defRPr sz="2325" b="1">
                <a:solidFill>
                  <a:srgbClr val="173B31"/>
                </a:solidFill>
                <a:latin typeface="DejaVu Sans"/>
                <a:ea typeface="DejaVu Sans"/>
                <a:cs typeface="DejaVu Sans"/>
              </a:defRPr>
            </a:lvl3pPr>
            <a:lvl4pPr>
              <a:defRPr sz="2325" b="1">
                <a:solidFill>
                  <a:srgbClr val="173B31"/>
                </a:solidFill>
                <a:latin typeface="DejaVu Sans"/>
                <a:ea typeface="DejaVu Sans"/>
                <a:cs typeface="DejaVu Sans"/>
              </a:defRPr>
            </a:lvl4pPr>
            <a:lvl5pPr>
              <a:defRPr sz="2325" b="1">
                <a:solidFill>
                  <a:srgbClr val="173B31"/>
                </a:solidFill>
                <a:latin typeface="DejaVu Sans"/>
                <a:ea typeface="DejaVu Sans"/>
                <a:cs typeface="DejaVu Sans"/>
              </a:defRPr>
            </a:lvl5pPr>
            <a:lvl6pPr>
              <a:defRPr sz="2325" b="1">
                <a:solidFill>
                  <a:srgbClr val="173B31"/>
                </a:solidFill>
                <a:latin typeface="DejaVu Sans"/>
                <a:ea typeface="DejaVu Sans"/>
                <a:cs typeface="DejaVu Sans"/>
              </a:defRPr>
            </a:lvl6pPr>
            <a:lvl7pPr>
              <a:defRPr sz="2325" b="1">
                <a:solidFill>
                  <a:srgbClr val="173B31"/>
                </a:solidFill>
                <a:latin typeface="DejaVu Sans"/>
                <a:ea typeface="DejaVu Sans"/>
                <a:cs typeface="DejaVu Sans"/>
              </a:defRPr>
            </a:lvl7pPr>
            <a:lvl8pPr>
              <a:defRPr sz="2325" b="1">
                <a:solidFill>
                  <a:srgbClr val="173B31"/>
                </a:solidFill>
                <a:latin typeface="DejaVu Sans"/>
                <a:ea typeface="DejaVu Sans"/>
                <a:cs typeface="DejaVu Sans"/>
              </a:defRPr>
            </a:lvl8pPr>
            <a:lvl9pPr>
              <a:defRPr sz="2325" b="1">
                <a:solidFill>
                  <a:srgbClr val="173B31"/>
                </a:solidFill>
                <a:latin typeface="DejaVu Sans"/>
                <a:ea typeface="DejaVu Sans"/>
                <a:cs typeface="DejaVu Sans"/>
              </a:defRPr>
            </a:lvl9pPr>
          </a:lstStyle>
          <a:p xmlns:a="http://schemas.openxmlformats.org/drawingml/2006/main">
            <a:pPr>
              <a:defRPr sz="2325" b="1">
                <a:solidFill>
                  <a:srgbClr val="173B31"/>
                </a:solidFill>
                <a:latin typeface="DejaVu Sans"/>
                <a:ea typeface="DejaVu Sans"/>
                <a:cs typeface="DejaVu Sans"/>
              </a:defRPr>
            </a:pPr>
            <a:r>
              <a:rPr sz="2325" b="1">
                <a:solidFill>
                  <a:srgbClr val="173B31"/>
                </a:solidFill>
                <a:latin typeface="DejaVu Sans"/>
                <a:ea typeface="DejaVu Sans"/>
                <a:cs typeface="DejaVu Sans"/>
              </a:rPr>
              <a:t>Extracción de conceptos</a:t>
            </a:r>
          </a:p>
        </p:txBody>
      </p:sp>
      <p:sp>
        <p:nvSpPr>
          <p:cNvPr id="13" name="text-12">
            <a:extLst xmlns:a="http://schemas.openxmlformats.org/drawingml/2006/main">
              <a:ext uri="{FF2B5EF4-FFF2-40B4-BE49-F238E27FC236}">
                <a16:creationId xmlns:a16="http://schemas.microsoft.com/office/drawing/2014/main" id="{35B33FF8-2051-413D-B29C-EE600084ACBB}"/>
              </a:ext>
            </a:extLst>
          </p:cNvPr>
          <p:cNvSpPr>
            <a:spLocks xmlns:a="http://schemas.openxmlformats.org/drawingml/2006/main" noGrp="1"/>
          </p:cNvSpPr>
          <p:nvPr/>
        </p:nvSpPr>
        <p:spPr>
          <a:xfrm xmlns:a="http://schemas.openxmlformats.org/drawingml/2006/main">
            <a:off x="6477000" y="4943475"/>
            <a:ext cx="781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36A62"/>
                </a:solidFill>
                <a:latin typeface="DejaVu Sans"/>
                <a:ea typeface="DejaVu Sans"/>
                <a:cs typeface="DejaVu Sans"/>
              </a:defRPr>
            </a:defPPr>
            <a:lvl1pPr>
              <a:defRPr sz="2100" b="0">
                <a:solidFill>
                  <a:srgbClr val="536A62"/>
                </a:solidFill>
                <a:latin typeface="DejaVu Sans"/>
                <a:ea typeface="DejaVu Sans"/>
                <a:cs typeface="DejaVu Sans"/>
              </a:defRPr>
            </a:lvl1pPr>
            <a:lvl2pPr>
              <a:defRPr sz="2100" b="0">
                <a:solidFill>
                  <a:srgbClr val="536A62"/>
                </a:solidFill>
                <a:latin typeface="DejaVu Sans"/>
                <a:ea typeface="DejaVu Sans"/>
                <a:cs typeface="DejaVu Sans"/>
              </a:defRPr>
            </a:lvl2pPr>
            <a:lvl3pPr>
              <a:defRPr sz="2100" b="0">
                <a:solidFill>
                  <a:srgbClr val="536A62"/>
                </a:solidFill>
                <a:latin typeface="DejaVu Sans"/>
                <a:ea typeface="DejaVu Sans"/>
                <a:cs typeface="DejaVu Sans"/>
              </a:defRPr>
            </a:lvl3pPr>
            <a:lvl4pPr>
              <a:defRPr sz="2100" b="0">
                <a:solidFill>
                  <a:srgbClr val="536A62"/>
                </a:solidFill>
                <a:latin typeface="DejaVu Sans"/>
                <a:ea typeface="DejaVu Sans"/>
                <a:cs typeface="DejaVu Sans"/>
              </a:defRPr>
            </a:lvl4pPr>
            <a:lvl5pPr>
              <a:defRPr sz="2100" b="0">
                <a:solidFill>
                  <a:srgbClr val="536A62"/>
                </a:solidFill>
                <a:latin typeface="DejaVu Sans"/>
                <a:ea typeface="DejaVu Sans"/>
                <a:cs typeface="DejaVu Sans"/>
              </a:defRPr>
            </a:lvl5pPr>
            <a:lvl6pPr>
              <a:defRPr sz="2100" b="0">
                <a:solidFill>
                  <a:srgbClr val="536A62"/>
                </a:solidFill>
                <a:latin typeface="DejaVu Sans"/>
                <a:ea typeface="DejaVu Sans"/>
                <a:cs typeface="DejaVu Sans"/>
              </a:defRPr>
            </a:lvl6pPr>
            <a:lvl7pPr>
              <a:defRPr sz="2100" b="0">
                <a:solidFill>
                  <a:srgbClr val="536A62"/>
                </a:solidFill>
                <a:latin typeface="DejaVu Sans"/>
                <a:ea typeface="DejaVu Sans"/>
                <a:cs typeface="DejaVu Sans"/>
              </a:defRPr>
            </a:lvl7pPr>
            <a:lvl8pPr>
              <a:defRPr sz="2100" b="0">
                <a:solidFill>
                  <a:srgbClr val="536A62"/>
                </a:solidFill>
                <a:latin typeface="DejaVu Sans"/>
                <a:ea typeface="DejaVu Sans"/>
                <a:cs typeface="DejaVu Sans"/>
              </a:defRPr>
            </a:lvl8pPr>
            <a:lvl9pPr>
              <a:defRPr sz="2100" b="0">
                <a:solidFill>
                  <a:srgbClr val="536A62"/>
                </a:solidFill>
                <a:latin typeface="DejaVu Sans"/>
                <a:ea typeface="DejaVu Sans"/>
                <a:cs typeface="DejaVu Sans"/>
              </a:defRPr>
            </a:lvl9pPr>
          </a:lstStyle>
          <a:p xmlns:a="http://schemas.openxmlformats.org/drawingml/2006/main">
            <a:pPr>
              <a:defRPr sz="2100" b="0">
                <a:solidFill>
                  <a:srgbClr val="536A62"/>
                </a:solidFill>
                <a:latin typeface="DejaVu Sans"/>
                <a:ea typeface="DejaVu Sans"/>
                <a:cs typeface="DejaVu Sans"/>
              </a:defRPr>
            </a:pPr>
            <a:r>
              <a:rPr sz="2100" b="0">
                <a:solidFill>
                  <a:srgbClr val="536A62"/>
                </a:solidFill>
                <a:latin typeface="DejaVu Sans"/>
                <a:ea typeface="DejaVu Sans"/>
                <a:cs typeface="DejaVu Sans"/>
              </a:rPr>
              <a:t>Modelo que normalice conceptos, asigne temas y conserve evidencias.</a:t>
            </a:r>
          </a:p>
        </p:txBody>
      </p:sp>
      <p:sp>
        <p:nvSpPr>
          <p:cNvPr id="14" name="text-13">
            <a:extLst xmlns:a="http://schemas.openxmlformats.org/drawingml/2006/main">
              <a:ext uri="{FF2B5EF4-FFF2-40B4-BE49-F238E27FC236}">
                <a16:creationId xmlns:a16="http://schemas.microsoft.com/office/drawing/2014/main" id="{3758A079-77A2-4880-A2B2-F281E5283588}"/>
              </a:ext>
            </a:extLst>
          </p:cNvPr>
          <p:cNvSpPr>
            <a:spLocks xmlns:a="http://schemas.openxmlformats.org/drawingml/2006/main" noGrp="1"/>
          </p:cNvSpPr>
          <p:nvPr/>
        </p:nvSpPr>
        <p:spPr>
          <a:xfrm xmlns:a="http://schemas.openxmlformats.org/drawingml/2006/main">
            <a:off x="742950" y="6248400"/>
            <a:ext cx="85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0">
                <a:solidFill>
                  <a:srgbClr val="277747"/>
                </a:solidFill>
                <a:latin typeface="DejaVu Sans"/>
                <a:ea typeface="DejaVu Sans"/>
                <a:cs typeface="DejaVu Sans"/>
              </a:defRPr>
            </a:defPPr>
            <a:lvl1pPr>
              <a:defRPr sz="3150" b="0">
                <a:solidFill>
                  <a:srgbClr val="277747"/>
                </a:solidFill>
                <a:latin typeface="DejaVu Sans"/>
                <a:ea typeface="DejaVu Sans"/>
                <a:cs typeface="DejaVu Sans"/>
              </a:defRPr>
            </a:lvl1pPr>
            <a:lvl2pPr>
              <a:defRPr sz="3150" b="0">
                <a:solidFill>
                  <a:srgbClr val="277747"/>
                </a:solidFill>
                <a:latin typeface="DejaVu Sans"/>
                <a:ea typeface="DejaVu Sans"/>
                <a:cs typeface="DejaVu Sans"/>
              </a:defRPr>
            </a:lvl2pPr>
            <a:lvl3pPr>
              <a:defRPr sz="3150" b="0">
                <a:solidFill>
                  <a:srgbClr val="277747"/>
                </a:solidFill>
                <a:latin typeface="DejaVu Sans"/>
                <a:ea typeface="DejaVu Sans"/>
                <a:cs typeface="DejaVu Sans"/>
              </a:defRPr>
            </a:lvl3pPr>
            <a:lvl4pPr>
              <a:defRPr sz="3150" b="0">
                <a:solidFill>
                  <a:srgbClr val="277747"/>
                </a:solidFill>
                <a:latin typeface="DejaVu Sans"/>
                <a:ea typeface="DejaVu Sans"/>
                <a:cs typeface="DejaVu Sans"/>
              </a:defRPr>
            </a:lvl4pPr>
            <a:lvl5pPr>
              <a:defRPr sz="3150" b="0">
                <a:solidFill>
                  <a:srgbClr val="277747"/>
                </a:solidFill>
                <a:latin typeface="DejaVu Sans"/>
                <a:ea typeface="DejaVu Sans"/>
                <a:cs typeface="DejaVu Sans"/>
              </a:defRPr>
            </a:lvl5pPr>
            <a:lvl6pPr>
              <a:defRPr sz="3150" b="0">
                <a:solidFill>
                  <a:srgbClr val="277747"/>
                </a:solidFill>
                <a:latin typeface="DejaVu Sans"/>
                <a:ea typeface="DejaVu Sans"/>
                <a:cs typeface="DejaVu Sans"/>
              </a:defRPr>
            </a:lvl6pPr>
            <a:lvl7pPr>
              <a:defRPr sz="3150" b="0">
                <a:solidFill>
                  <a:srgbClr val="277747"/>
                </a:solidFill>
                <a:latin typeface="DejaVu Sans"/>
                <a:ea typeface="DejaVu Sans"/>
                <a:cs typeface="DejaVu Sans"/>
              </a:defRPr>
            </a:lvl7pPr>
            <a:lvl8pPr>
              <a:defRPr sz="3150" b="0">
                <a:solidFill>
                  <a:srgbClr val="277747"/>
                </a:solidFill>
                <a:latin typeface="DejaVu Sans"/>
                <a:ea typeface="DejaVu Sans"/>
                <a:cs typeface="DejaVu Sans"/>
              </a:defRPr>
            </a:lvl8pPr>
            <a:lvl9pPr>
              <a:defRPr sz="3150" b="0">
                <a:solidFill>
                  <a:srgbClr val="277747"/>
                </a:solidFill>
                <a:latin typeface="DejaVu Sans"/>
                <a:ea typeface="DejaVu Sans"/>
                <a:cs typeface="DejaVu Sans"/>
              </a:defRPr>
            </a:lvl9pPr>
          </a:lstStyle>
          <a:p xmlns:a="http://schemas.openxmlformats.org/drawingml/2006/main">
            <a:pPr>
              <a:defRPr sz="3150" b="0">
                <a:solidFill>
                  <a:srgbClr val="277747"/>
                </a:solidFill>
                <a:latin typeface="DejaVu Sans"/>
                <a:ea typeface="DejaVu Sans"/>
                <a:cs typeface="DejaVu Sans"/>
              </a:defRPr>
            </a:pPr>
            <a:r>
              <a:rPr sz="3150" b="0">
                <a:solidFill>
                  <a:srgbClr val="277747"/>
                </a:solidFill>
                <a:latin typeface="DejaVu Sans"/>
                <a:ea typeface="DejaVu Sans"/>
                <a:cs typeface="DejaVu Sans"/>
              </a:rPr>
              <a:t>04</a:t>
            </a:r>
          </a:p>
        </p:txBody>
      </p:sp>
      <p:sp>
        <p:nvSpPr>
          <p:cNvPr id="15" name="text-14">
            <a:extLst xmlns:a="http://schemas.openxmlformats.org/drawingml/2006/main">
              <a:ext uri="{FF2B5EF4-FFF2-40B4-BE49-F238E27FC236}">
                <a16:creationId xmlns:a16="http://schemas.microsoft.com/office/drawing/2014/main" id="{35F7BDB6-7437-4EFF-BE8B-AED044CEFD4D}"/>
              </a:ext>
            </a:extLst>
          </p:cNvPr>
          <p:cNvSpPr>
            <a:spLocks xmlns:a="http://schemas.openxmlformats.org/drawingml/2006/main" noGrp="1"/>
          </p:cNvSpPr>
          <p:nvPr/>
        </p:nvSpPr>
        <p:spPr>
          <a:xfrm xmlns:a="http://schemas.openxmlformats.org/drawingml/2006/main">
            <a:off x="1857375" y="624840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3B31"/>
                </a:solidFill>
                <a:latin typeface="DejaVu Sans"/>
                <a:ea typeface="DejaVu Sans"/>
                <a:cs typeface="DejaVu Sans"/>
              </a:defRPr>
            </a:defPPr>
            <a:lvl1pPr>
              <a:defRPr sz="2325" b="1">
                <a:solidFill>
                  <a:srgbClr val="173B31"/>
                </a:solidFill>
                <a:latin typeface="DejaVu Sans"/>
                <a:ea typeface="DejaVu Sans"/>
                <a:cs typeface="DejaVu Sans"/>
              </a:defRPr>
            </a:lvl1pPr>
            <a:lvl2pPr>
              <a:defRPr sz="2325" b="1">
                <a:solidFill>
                  <a:srgbClr val="173B31"/>
                </a:solidFill>
                <a:latin typeface="DejaVu Sans"/>
                <a:ea typeface="DejaVu Sans"/>
                <a:cs typeface="DejaVu Sans"/>
              </a:defRPr>
            </a:lvl2pPr>
            <a:lvl3pPr>
              <a:defRPr sz="2325" b="1">
                <a:solidFill>
                  <a:srgbClr val="173B31"/>
                </a:solidFill>
                <a:latin typeface="DejaVu Sans"/>
                <a:ea typeface="DejaVu Sans"/>
                <a:cs typeface="DejaVu Sans"/>
              </a:defRPr>
            </a:lvl3pPr>
            <a:lvl4pPr>
              <a:defRPr sz="2325" b="1">
                <a:solidFill>
                  <a:srgbClr val="173B31"/>
                </a:solidFill>
                <a:latin typeface="DejaVu Sans"/>
                <a:ea typeface="DejaVu Sans"/>
                <a:cs typeface="DejaVu Sans"/>
              </a:defRPr>
            </a:lvl4pPr>
            <a:lvl5pPr>
              <a:defRPr sz="2325" b="1">
                <a:solidFill>
                  <a:srgbClr val="173B31"/>
                </a:solidFill>
                <a:latin typeface="DejaVu Sans"/>
                <a:ea typeface="DejaVu Sans"/>
                <a:cs typeface="DejaVu Sans"/>
              </a:defRPr>
            </a:lvl5pPr>
            <a:lvl6pPr>
              <a:defRPr sz="2325" b="1">
                <a:solidFill>
                  <a:srgbClr val="173B31"/>
                </a:solidFill>
                <a:latin typeface="DejaVu Sans"/>
                <a:ea typeface="DejaVu Sans"/>
                <a:cs typeface="DejaVu Sans"/>
              </a:defRPr>
            </a:lvl6pPr>
            <a:lvl7pPr>
              <a:defRPr sz="2325" b="1">
                <a:solidFill>
                  <a:srgbClr val="173B31"/>
                </a:solidFill>
                <a:latin typeface="DejaVu Sans"/>
                <a:ea typeface="DejaVu Sans"/>
                <a:cs typeface="DejaVu Sans"/>
              </a:defRPr>
            </a:lvl7pPr>
            <a:lvl8pPr>
              <a:defRPr sz="2325" b="1">
                <a:solidFill>
                  <a:srgbClr val="173B31"/>
                </a:solidFill>
                <a:latin typeface="DejaVu Sans"/>
                <a:ea typeface="DejaVu Sans"/>
                <a:cs typeface="DejaVu Sans"/>
              </a:defRPr>
            </a:lvl8pPr>
            <a:lvl9pPr>
              <a:defRPr sz="2325" b="1">
                <a:solidFill>
                  <a:srgbClr val="173B31"/>
                </a:solidFill>
                <a:latin typeface="DejaVu Sans"/>
                <a:ea typeface="DejaVu Sans"/>
                <a:cs typeface="DejaVu Sans"/>
              </a:defRPr>
            </a:lvl9pPr>
          </a:lstStyle>
          <a:p xmlns:a="http://schemas.openxmlformats.org/drawingml/2006/main">
            <a:pPr>
              <a:defRPr sz="2325" b="1">
                <a:solidFill>
                  <a:srgbClr val="173B31"/>
                </a:solidFill>
                <a:latin typeface="DejaVu Sans"/>
                <a:ea typeface="DejaVu Sans"/>
                <a:cs typeface="DejaVu Sans"/>
              </a:defRPr>
            </a:pPr>
            <a:r>
              <a:rPr sz="2325" b="1">
                <a:solidFill>
                  <a:srgbClr val="173B31"/>
                </a:solidFill>
                <a:latin typeface="DejaVu Sans"/>
                <a:ea typeface="DejaVu Sans"/>
                <a:cs typeface="DejaVu Sans"/>
              </a:rPr>
              <a:t>Actualización visual</a:t>
            </a:r>
          </a:p>
        </p:txBody>
      </p:sp>
      <p:sp>
        <p:nvSpPr>
          <p:cNvPr id="16" name="text-15">
            <a:extLst xmlns:a="http://schemas.openxmlformats.org/drawingml/2006/main">
              <a:ext uri="{FF2B5EF4-FFF2-40B4-BE49-F238E27FC236}">
                <a16:creationId xmlns:a16="http://schemas.microsoft.com/office/drawing/2014/main" id="{03737449-F32C-4655-9D83-83A846B54022}"/>
              </a:ext>
            </a:extLst>
          </p:cNvPr>
          <p:cNvSpPr>
            <a:spLocks xmlns:a="http://schemas.openxmlformats.org/drawingml/2006/main" noGrp="1"/>
          </p:cNvSpPr>
          <p:nvPr/>
        </p:nvSpPr>
        <p:spPr>
          <a:xfrm xmlns:a="http://schemas.openxmlformats.org/drawingml/2006/main">
            <a:off x="6477000" y="6248400"/>
            <a:ext cx="781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36A62"/>
                </a:solidFill>
                <a:latin typeface="DejaVu Sans"/>
                <a:ea typeface="DejaVu Sans"/>
                <a:cs typeface="DejaVu Sans"/>
              </a:defRPr>
            </a:defPPr>
            <a:lvl1pPr>
              <a:defRPr sz="2100" b="0">
                <a:solidFill>
                  <a:srgbClr val="536A62"/>
                </a:solidFill>
                <a:latin typeface="DejaVu Sans"/>
                <a:ea typeface="DejaVu Sans"/>
                <a:cs typeface="DejaVu Sans"/>
              </a:defRPr>
            </a:lvl1pPr>
            <a:lvl2pPr>
              <a:defRPr sz="2100" b="0">
                <a:solidFill>
                  <a:srgbClr val="536A62"/>
                </a:solidFill>
                <a:latin typeface="DejaVu Sans"/>
                <a:ea typeface="DejaVu Sans"/>
                <a:cs typeface="DejaVu Sans"/>
              </a:defRPr>
            </a:lvl2pPr>
            <a:lvl3pPr>
              <a:defRPr sz="2100" b="0">
                <a:solidFill>
                  <a:srgbClr val="536A62"/>
                </a:solidFill>
                <a:latin typeface="DejaVu Sans"/>
                <a:ea typeface="DejaVu Sans"/>
                <a:cs typeface="DejaVu Sans"/>
              </a:defRPr>
            </a:lvl3pPr>
            <a:lvl4pPr>
              <a:defRPr sz="2100" b="0">
                <a:solidFill>
                  <a:srgbClr val="536A62"/>
                </a:solidFill>
                <a:latin typeface="DejaVu Sans"/>
                <a:ea typeface="DejaVu Sans"/>
                <a:cs typeface="DejaVu Sans"/>
              </a:defRPr>
            </a:lvl4pPr>
            <a:lvl5pPr>
              <a:defRPr sz="2100" b="0">
                <a:solidFill>
                  <a:srgbClr val="536A62"/>
                </a:solidFill>
                <a:latin typeface="DejaVu Sans"/>
                <a:ea typeface="DejaVu Sans"/>
                <a:cs typeface="DejaVu Sans"/>
              </a:defRPr>
            </a:lvl5pPr>
            <a:lvl6pPr>
              <a:defRPr sz="2100" b="0">
                <a:solidFill>
                  <a:srgbClr val="536A62"/>
                </a:solidFill>
                <a:latin typeface="DejaVu Sans"/>
                <a:ea typeface="DejaVu Sans"/>
                <a:cs typeface="DejaVu Sans"/>
              </a:defRPr>
            </a:lvl6pPr>
            <a:lvl7pPr>
              <a:defRPr sz="2100" b="0">
                <a:solidFill>
                  <a:srgbClr val="536A62"/>
                </a:solidFill>
                <a:latin typeface="DejaVu Sans"/>
                <a:ea typeface="DejaVu Sans"/>
                <a:cs typeface="DejaVu Sans"/>
              </a:defRPr>
            </a:lvl7pPr>
            <a:lvl8pPr>
              <a:defRPr sz="2100" b="0">
                <a:solidFill>
                  <a:srgbClr val="536A62"/>
                </a:solidFill>
                <a:latin typeface="DejaVu Sans"/>
                <a:ea typeface="DejaVu Sans"/>
                <a:cs typeface="DejaVu Sans"/>
              </a:defRPr>
            </a:lvl8pPr>
            <a:lvl9pPr>
              <a:defRPr sz="2100" b="0">
                <a:solidFill>
                  <a:srgbClr val="536A62"/>
                </a:solidFill>
                <a:latin typeface="DejaVu Sans"/>
                <a:ea typeface="DejaVu Sans"/>
                <a:cs typeface="DejaVu Sans"/>
              </a:defRPr>
            </a:lvl9pPr>
          </a:lstStyle>
          <a:p xmlns:a="http://schemas.openxmlformats.org/drawingml/2006/main">
            <a:pPr>
              <a:defRPr sz="2100" b="0">
                <a:solidFill>
                  <a:srgbClr val="536A62"/>
                </a:solidFill>
                <a:latin typeface="DejaVu Sans"/>
                <a:ea typeface="DejaVu Sans"/>
                <a:cs typeface="DejaVu Sans"/>
              </a:defRPr>
            </a:pPr>
            <a:r>
              <a:rPr sz="2100" b="0">
                <a:solidFill>
                  <a:srgbClr val="536A62"/>
                </a:solidFill>
                <a:latin typeface="DejaVu Sans"/>
                <a:ea typeface="DejaVu Sans"/>
                <a:cs typeface="DejaVu Sans"/>
              </a:rPr>
              <a:t>Estado incremental en el navegador mediante WebSocket o SSE.</a:t>
            </a:r>
          </a:p>
        </p:txBody>
      </p:sp>
    </p:spTree>
    <p:extLst>
      <p:ext uri="{BB962C8B-B14F-4D97-AF65-F5344CB8AC3E}">
        <p14:creationId xmlns:p14="http://schemas.microsoft.com/office/powerpoint/2010/main" val="5270264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413FCC06-1F78-4272-8D0B-2D24151AD767}"/>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Posibles usos en MinAmbiente</a:t>
            </a:r>
          </a:p>
        </p:txBody>
      </p:sp>
      <p:sp>
        <p:nvSpPr>
          <p:cNvPr id="2" name="text-1">
            <a:extLst xmlns:a="http://schemas.openxmlformats.org/drawingml/2006/main">
              <a:ext uri="{FF2B5EF4-FFF2-40B4-BE49-F238E27FC236}">
                <a16:creationId xmlns:a16="http://schemas.microsoft.com/office/drawing/2014/main" id="{A8360D47-6D65-4C3E-9F05-258980F39440}"/>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Escenarios propuestos para probar la experiencia después de la charla.</a:t>
            </a:r>
          </a:p>
        </p:txBody>
      </p:sp>
      <p:sp>
        <p:nvSpPr>
          <p:cNvPr id="3" name="text-2">
            <a:extLst xmlns:a="http://schemas.openxmlformats.org/drawingml/2006/main">
              <a:ext uri="{FF2B5EF4-FFF2-40B4-BE49-F238E27FC236}">
                <a16:creationId xmlns:a16="http://schemas.microsoft.com/office/drawing/2014/main" id="{B2D8B87A-F30A-4A62-B731-8D8A3451BAF5}"/>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B4EAFAB3-0515-49A9-9151-370666D5DE64}"/>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10</a:t>
            </a:r>
          </a:p>
        </p:txBody>
      </p:sp>
      <p:sp>
        <p:nvSpPr>
          <p:cNvPr id="5" name="text-4">
            <a:extLst xmlns:a="http://schemas.openxmlformats.org/drawingml/2006/main">
              <a:ext uri="{FF2B5EF4-FFF2-40B4-BE49-F238E27FC236}">
                <a16:creationId xmlns:a16="http://schemas.microsoft.com/office/drawing/2014/main" id="{37B53BDB-823A-450A-BF11-7AD640F62A04}"/>
              </a:ext>
            </a:extLst>
          </p:cNvPr>
          <p:cNvSpPr>
            <a:spLocks xmlns:a="http://schemas.openxmlformats.org/drawingml/2006/main" noGrp="1"/>
          </p:cNvSpPr>
          <p:nvPr/>
        </p:nvSpPr>
        <p:spPr>
          <a:xfrm xmlns:a="http://schemas.openxmlformats.org/drawingml/2006/main">
            <a:off x="781050" y="2362200"/>
            <a:ext cx="4476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277747"/>
                </a:solidFill>
                <a:latin typeface="DejaVu Sans"/>
                <a:ea typeface="DejaVu Sans"/>
                <a:cs typeface="DejaVu Sans"/>
              </a:defRPr>
            </a:defPPr>
            <a:lvl1pPr>
              <a:defRPr sz="2400" b="1">
                <a:solidFill>
                  <a:srgbClr val="277747"/>
                </a:solidFill>
                <a:latin typeface="DejaVu Sans"/>
                <a:ea typeface="DejaVu Sans"/>
                <a:cs typeface="DejaVu Sans"/>
              </a:defRPr>
            </a:lvl1pPr>
            <a:lvl2pPr>
              <a:defRPr sz="2400" b="1">
                <a:solidFill>
                  <a:srgbClr val="277747"/>
                </a:solidFill>
                <a:latin typeface="DejaVu Sans"/>
                <a:ea typeface="DejaVu Sans"/>
                <a:cs typeface="DejaVu Sans"/>
              </a:defRPr>
            </a:lvl2pPr>
            <a:lvl3pPr>
              <a:defRPr sz="2400" b="1">
                <a:solidFill>
                  <a:srgbClr val="277747"/>
                </a:solidFill>
                <a:latin typeface="DejaVu Sans"/>
                <a:ea typeface="DejaVu Sans"/>
                <a:cs typeface="DejaVu Sans"/>
              </a:defRPr>
            </a:lvl3pPr>
            <a:lvl4pPr>
              <a:defRPr sz="2400" b="1">
                <a:solidFill>
                  <a:srgbClr val="277747"/>
                </a:solidFill>
                <a:latin typeface="DejaVu Sans"/>
                <a:ea typeface="DejaVu Sans"/>
                <a:cs typeface="DejaVu Sans"/>
              </a:defRPr>
            </a:lvl4pPr>
            <a:lvl5pPr>
              <a:defRPr sz="2400" b="1">
                <a:solidFill>
                  <a:srgbClr val="277747"/>
                </a:solidFill>
                <a:latin typeface="DejaVu Sans"/>
                <a:ea typeface="DejaVu Sans"/>
                <a:cs typeface="DejaVu Sans"/>
              </a:defRPr>
            </a:lvl5pPr>
            <a:lvl6pPr>
              <a:defRPr sz="2400" b="1">
                <a:solidFill>
                  <a:srgbClr val="277747"/>
                </a:solidFill>
                <a:latin typeface="DejaVu Sans"/>
                <a:ea typeface="DejaVu Sans"/>
                <a:cs typeface="DejaVu Sans"/>
              </a:defRPr>
            </a:lvl6pPr>
            <a:lvl7pPr>
              <a:defRPr sz="2400" b="1">
                <a:solidFill>
                  <a:srgbClr val="277747"/>
                </a:solidFill>
                <a:latin typeface="DejaVu Sans"/>
                <a:ea typeface="DejaVu Sans"/>
                <a:cs typeface="DejaVu Sans"/>
              </a:defRPr>
            </a:lvl7pPr>
            <a:lvl8pPr>
              <a:defRPr sz="2400" b="1">
                <a:solidFill>
                  <a:srgbClr val="277747"/>
                </a:solidFill>
                <a:latin typeface="DejaVu Sans"/>
                <a:ea typeface="DejaVu Sans"/>
                <a:cs typeface="DejaVu Sans"/>
              </a:defRPr>
            </a:lvl8pPr>
            <a:lvl9pPr>
              <a:defRPr sz="2400" b="1">
                <a:solidFill>
                  <a:srgbClr val="277747"/>
                </a:solidFill>
                <a:latin typeface="DejaVu Sans"/>
                <a:ea typeface="DejaVu Sans"/>
                <a:cs typeface="DejaVu Sans"/>
              </a:defRPr>
            </a:lvl9pPr>
          </a:lstStyle>
          <a:p xmlns:a="http://schemas.openxmlformats.org/drawingml/2006/main">
            <a:pPr>
              <a:defRPr sz="2400" b="1">
                <a:solidFill>
                  <a:srgbClr val="277747"/>
                </a:solidFill>
                <a:latin typeface="DejaVu Sans"/>
                <a:ea typeface="DejaVu Sans"/>
                <a:cs typeface="DejaVu Sans"/>
              </a:defRPr>
            </a:pPr>
            <a:r>
              <a:rPr sz="2400" b="1">
                <a:solidFill>
                  <a:srgbClr val="277747"/>
                </a:solidFill>
                <a:latin typeface="DejaVu Sans"/>
                <a:ea typeface="DejaVu Sans"/>
                <a:cs typeface="DejaVu Sans"/>
              </a:rPr>
              <a:t>Mesas del SINA</a:t>
            </a:r>
          </a:p>
        </p:txBody>
      </p:sp>
      <p:sp>
        <p:nvSpPr>
          <p:cNvPr id="6" name="text-5">
            <a:extLst xmlns:a="http://schemas.openxmlformats.org/drawingml/2006/main">
              <a:ext uri="{FF2B5EF4-FFF2-40B4-BE49-F238E27FC236}">
                <a16:creationId xmlns:a16="http://schemas.microsoft.com/office/drawing/2014/main" id="{407E4DBD-FF6F-4D91-926F-E54957AD5299}"/>
              </a:ext>
            </a:extLst>
          </p:cNvPr>
          <p:cNvSpPr>
            <a:spLocks xmlns:a="http://schemas.openxmlformats.org/drawingml/2006/main" noGrp="1"/>
          </p:cNvSpPr>
          <p:nvPr/>
        </p:nvSpPr>
        <p:spPr>
          <a:xfrm xmlns:a="http://schemas.openxmlformats.org/drawingml/2006/main">
            <a:off x="5715000" y="2362200"/>
            <a:ext cx="838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3B31"/>
                </a:solidFill>
                <a:latin typeface="DejaVu Sans"/>
                <a:ea typeface="DejaVu Sans"/>
                <a:cs typeface="DejaVu Sans"/>
              </a:defRPr>
            </a:defPPr>
            <a:lvl1pPr>
              <a:defRPr sz="2175" b="0">
                <a:solidFill>
                  <a:srgbClr val="173B31"/>
                </a:solidFill>
                <a:latin typeface="DejaVu Sans"/>
                <a:ea typeface="DejaVu Sans"/>
                <a:cs typeface="DejaVu Sans"/>
              </a:defRPr>
            </a:lvl1pPr>
            <a:lvl2pPr>
              <a:defRPr sz="2175" b="0">
                <a:solidFill>
                  <a:srgbClr val="173B31"/>
                </a:solidFill>
                <a:latin typeface="DejaVu Sans"/>
                <a:ea typeface="DejaVu Sans"/>
                <a:cs typeface="DejaVu Sans"/>
              </a:defRPr>
            </a:lvl2pPr>
            <a:lvl3pPr>
              <a:defRPr sz="2175" b="0">
                <a:solidFill>
                  <a:srgbClr val="173B31"/>
                </a:solidFill>
                <a:latin typeface="DejaVu Sans"/>
                <a:ea typeface="DejaVu Sans"/>
                <a:cs typeface="DejaVu Sans"/>
              </a:defRPr>
            </a:lvl3pPr>
            <a:lvl4pPr>
              <a:defRPr sz="2175" b="0">
                <a:solidFill>
                  <a:srgbClr val="173B31"/>
                </a:solidFill>
                <a:latin typeface="DejaVu Sans"/>
                <a:ea typeface="DejaVu Sans"/>
                <a:cs typeface="DejaVu Sans"/>
              </a:defRPr>
            </a:lvl4pPr>
            <a:lvl5pPr>
              <a:defRPr sz="2175" b="0">
                <a:solidFill>
                  <a:srgbClr val="173B31"/>
                </a:solidFill>
                <a:latin typeface="DejaVu Sans"/>
                <a:ea typeface="DejaVu Sans"/>
                <a:cs typeface="DejaVu Sans"/>
              </a:defRPr>
            </a:lvl5pPr>
            <a:lvl6pPr>
              <a:defRPr sz="2175" b="0">
                <a:solidFill>
                  <a:srgbClr val="173B31"/>
                </a:solidFill>
                <a:latin typeface="DejaVu Sans"/>
                <a:ea typeface="DejaVu Sans"/>
                <a:cs typeface="DejaVu Sans"/>
              </a:defRPr>
            </a:lvl6pPr>
            <a:lvl7pPr>
              <a:defRPr sz="2175" b="0">
                <a:solidFill>
                  <a:srgbClr val="173B31"/>
                </a:solidFill>
                <a:latin typeface="DejaVu Sans"/>
                <a:ea typeface="DejaVu Sans"/>
                <a:cs typeface="DejaVu Sans"/>
              </a:defRPr>
            </a:lvl7pPr>
            <a:lvl8pPr>
              <a:defRPr sz="2175" b="0">
                <a:solidFill>
                  <a:srgbClr val="173B31"/>
                </a:solidFill>
                <a:latin typeface="DejaVu Sans"/>
                <a:ea typeface="DejaVu Sans"/>
                <a:cs typeface="DejaVu Sans"/>
              </a:defRPr>
            </a:lvl8pPr>
            <a:lvl9pPr>
              <a:defRPr sz="2175" b="0">
                <a:solidFill>
                  <a:srgbClr val="173B31"/>
                </a:solidFill>
                <a:latin typeface="DejaVu Sans"/>
                <a:ea typeface="DejaVu Sans"/>
                <a:cs typeface="DejaVu Sans"/>
              </a:defRPr>
            </a:lvl9pPr>
          </a:lstStyle>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Relacionar intervenciones sobre coordinación y necesidades de información.</a:t>
            </a:r>
          </a:p>
        </p:txBody>
      </p:sp>
      <p:sp>
        <p:nvSpPr>
          <p:cNvPr id="7" name="text-6">
            <a:extLst xmlns:a="http://schemas.openxmlformats.org/drawingml/2006/main">
              <a:ext uri="{FF2B5EF4-FFF2-40B4-BE49-F238E27FC236}">
                <a16:creationId xmlns:a16="http://schemas.microsoft.com/office/drawing/2014/main" id="{55206710-9452-463E-90F2-F3E84A9C2F50}"/>
              </a:ext>
            </a:extLst>
          </p:cNvPr>
          <p:cNvSpPr>
            <a:spLocks xmlns:a="http://schemas.openxmlformats.org/drawingml/2006/main" noGrp="1"/>
          </p:cNvSpPr>
          <p:nvPr/>
        </p:nvSpPr>
        <p:spPr>
          <a:xfrm xmlns:a="http://schemas.openxmlformats.org/drawingml/2006/main">
            <a:off x="781050" y="3600450"/>
            <a:ext cx="4476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277747"/>
                </a:solidFill>
                <a:latin typeface="DejaVu Sans"/>
                <a:ea typeface="DejaVu Sans"/>
                <a:cs typeface="DejaVu Sans"/>
              </a:defRPr>
            </a:defPPr>
            <a:lvl1pPr>
              <a:defRPr sz="2400" b="1">
                <a:solidFill>
                  <a:srgbClr val="277747"/>
                </a:solidFill>
                <a:latin typeface="DejaVu Sans"/>
                <a:ea typeface="DejaVu Sans"/>
                <a:cs typeface="DejaVu Sans"/>
              </a:defRPr>
            </a:lvl1pPr>
            <a:lvl2pPr>
              <a:defRPr sz="2400" b="1">
                <a:solidFill>
                  <a:srgbClr val="277747"/>
                </a:solidFill>
                <a:latin typeface="DejaVu Sans"/>
                <a:ea typeface="DejaVu Sans"/>
                <a:cs typeface="DejaVu Sans"/>
              </a:defRPr>
            </a:lvl2pPr>
            <a:lvl3pPr>
              <a:defRPr sz="2400" b="1">
                <a:solidFill>
                  <a:srgbClr val="277747"/>
                </a:solidFill>
                <a:latin typeface="DejaVu Sans"/>
                <a:ea typeface="DejaVu Sans"/>
                <a:cs typeface="DejaVu Sans"/>
              </a:defRPr>
            </a:lvl3pPr>
            <a:lvl4pPr>
              <a:defRPr sz="2400" b="1">
                <a:solidFill>
                  <a:srgbClr val="277747"/>
                </a:solidFill>
                <a:latin typeface="DejaVu Sans"/>
                <a:ea typeface="DejaVu Sans"/>
                <a:cs typeface="DejaVu Sans"/>
              </a:defRPr>
            </a:lvl4pPr>
            <a:lvl5pPr>
              <a:defRPr sz="2400" b="1">
                <a:solidFill>
                  <a:srgbClr val="277747"/>
                </a:solidFill>
                <a:latin typeface="DejaVu Sans"/>
                <a:ea typeface="DejaVu Sans"/>
                <a:cs typeface="DejaVu Sans"/>
              </a:defRPr>
            </a:lvl5pPr>
            <a:lvl6pPr>
              <a:defRPr sz="2400" b="1">
                <a:solidFill>
                  <a:srgbClr val="277747"/>
                </a:solidFill>
                <a:latin typeface="DejaVu Sans"/>
                <a:ea typeface="DejaVu Sans"/>
                <a:cs typeface="DejaVu Sans"/>
              </a:defRPr>
            </a:lvl6pPr>
            <a:lvl7pPr>
              <a:defRPr sz="2400" b="1">
                <a:solidFill>
                  <a:srgbClr val="277747"/>
                </a:solidFill>
                <a:latin typeface="DejaVu Sans"/>
                <a:ea typeface="DejaVu Sans"/>
                <a:cs typeface="DejaVu Sans"/>
              </a:defRPr>
            </a:lvl7pPr>
            <a:lvl8pPr>
              <a:defRPr sz="2400" b="1">
                <a:solidFill>
                  <a:srgbClr val="277747"/>
                </a:solidFill>
                <a:latin typeface="DejaVu Sans"/>
                <a:ea typeface="DejaVu Sans"/>
                <a:cs typeface="DejaVu Sans"/>
              </a:defRPr>
            </a:lvl8pPr>
            <a:lvl9pPr>
              <a:defRPr sz="2400" b="1">
                <a:solidFill>
                  <a:srgbClr val="277747"/>
                </a:solidFill>
                <a:latin typeface="DejaVu Sans"/>
                <a:ea typeface="DejaVu Sans"/>
                <a:cs typeface="DejaVu Sans"/>
              </a:defRPr>
            </a:lvl9pPr>
          </a:lstStyle>
          <a:p xmlns:a="http://schemas.openxmlformats.org/drawingml/2006/main">
            <a:pPr>
              <a:defRPr sz="2400" b="1">
                <a:solidFill>
                  <a:srgbClr val="277747"/>
                </a:solidFill>
                <a:latin typeface="DejaVu Sans"/>
                <a:ea typeface="DejaVu Sans"/>
                <a:cs typeface="DejaVu Sans"/>
              </a:defRPr>
            </a:pPr>
            <a:r>
              <a:rPr sz="2400" b="1">
                <a:solidFill>
                  <a:srgbClr val="277747"/>
                </a:solidFill>
                <a:latin typeface="DejaVu Sans"/>
                <a:ea typeface="DejaVu Sans"/>
                <a:cs typeface="DejaVu Sans"/>
              </a:rPr>
              <a:t>Diálogos territoriales</a:t>
            </a:r>
          </a:p>
        </p:txBody>
      </p:sp>
      <p:sp>
        <p:nvSpPr>
          <p:cNvPr id="8" name="text-7">
            <a:extLst xmlns:a="http://schemas.openxmlformats.org/drawingml/2006/main">
              <a:ext uri="{FF2B5EF4-FFF2-40B4-BE49-F238E27FC236}">
                <a16:creationId xmlns:a16="http://schemas.microsoft.com/office/drawing/2014/main" id="{FFC01153-7568-44C5-866F-59ACCE5ADDE8}"/>
              </a:ext>
            </a:extLst>
          </p:cNvPr>
          <p:cNvSpPr>
            <a:spLocks xmlns:a="http://schemas.openxmlformats.org/drawingml/2006/main" noGrp="1"/>
          </p:cNvSpPr>
          <p:nvPr/>
        </p:nvSpPr>
        <p:spPr>
          <a:xfrm xmlns:a="http://schemas.openxmlformats.org/drawingml/2006/main">
            <a:off x="5715000" y="3600450"/>
            <a:ext cx="838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3B31"/>
                </a:solidFill>
                <a:latin typeface="DejaVu Sans"/>
                <a:ea typeface="DejaVu Sans"/>
                <a:cs typeface="DejaVu Sans"/>
              </a:defRPr>
            </a:defPPr>
            <a:lvl1pPr>
              <a:defRPr sz="2175" b="0">
                <a:solidFill>
                  <a:srgbClr val="173B31"/>
                </a:solidFill>
                <a:latin typeface="DejaVu Sans"/>
                <a:ea typeface="DejaVu Sans"/>
                <a:cs typeface="DejaVu Sans"/>
              </a:defRPr>
            </a:lvl1pPr>
            <a:lvl2pPr>
              <a:defRPr sz="2175" b="0">
                <a:solidFill>
                  <a:srgbClr val="173B31"/>
                </a:solidFill>
                <a:latin typeface="DejaVu Sans"/>
                <a:ea typeface="DejaVu Sans"/>
                <a:cs typeface="DejaVu Sans"/>
              </a:defRPr>
            </a:lvl2pPr>
            <a:lvl3pPr>
              <a:defRPr sz="2175" b="0">
                <a:solidFill>
                  <a:srgbClr val="173B31"/>
                </a:solidFill>
                <a:latin typeface="DejaVu Sans"/>
                <a:ea typeface="DejaVu Sans"/>
                <a:cs typeface="DejaVu Sans"/>
              </a:defRPr>
            </a:lvl3pPr>
            <a:lvl4pPr>
              <a:defRPr sz="2175" b="0">
                <a:solidFill>
                  <a:srgbClr val="173B31"/>
                </a:solidFill>
                <a:latin typeface="DejaVu Sans"/>
                <a:ea typeface="DejaVu Sans"/>
                <a:cs typeface="DejaVu Sans"/>
              </a:defRPr>
            </a:lvl4pPr>
            <a:lvl5pPr>
              <a:defRPr sz="2175" b="0">
                <a:solidFill>
                  <a:srgbClr val="173B31"/>
                </a:solidFill>
                <a:latin typeface="DejaVu Sans"/>
                <a:ea typeface="DejaVu Sans"/>
                <a:cs typeface="DejaVu Sans"/>
              </a:defRPr>
            </a:lvl5pPr>
            <a:lvl6pPr>
              <a:defRPr sz="2175" b="0">
                <a:solidFill>
                  <a:srgbClr val="173B31"/>
                </a:solidFill>
                <a:latin typeface="DejaVu Sans"/>
                <a:ea typeface="DejaVu Sans"/>
                <a:cs typeface="DejaVu Sans"/>
              </a:defRPr>
            </a:lvl6pPr>
            <a:lvl7pPr>
              <a:defRPr sz="2175" b="0">
                <a:solidFill>
                  <a:srgbClr val="173B31"/>
                </a:solidFill>
                <a:latin typeface="DejaVu Sans"/>
                <a:ea typeface="DejaVu Sans"/>
                <a:cs typeface="DejaVu Sans"/>
              </a:defRPr>
            </a:lvl7pPr>
            <a:lvl8pPr>
              <a:defRPr sz="2175" b="0">
                <a:solidFill>
                  <a:srgbClr val="173B31"/>
                </a:solidFill>
                <a:latin typeface="DejaVu Sans"/>
                <a:ea typeface="DejaVu Sans"/>
                <a:cs typeface="DejaVu Sans"/>
              </a:defRPr>
            </a:lvl8pPr>
            <a:lvl9pPr>
              <a:defRPr sz="2175" b="0">
                <a:solidFill>
                  <a:srgbClr val="173B31"/>
                </a:solidFill>
                <a:latin typeface="DejaVu Sans"/>
                <a:ea typeface="DejaVu Sans"/>
                <a:cs typeface="DejaVu Sans"/>
              </a:defRPr>
            </a:lvl9pPr>
          </a:lstStyle>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Hacer visibles preocupaciones sobre agua, biodiversidad y territorio.</a:t>
            </a:r>
          </a:p>
        </p:txBody>
      </p:sp>
      <p:sp>
        <p:nvSpPr>
          <p:cNvPr id="9" name="text-8">
            <a:extLst xmlns:a="http://schemas.openxmlformats.org/drawingml/2006/main">
              <a:ext uri="{FF2B5EF4-FFF2-40B4-BE49-F238E27FC236}">
                <a16:creationId xmlns:a16="http://schemas.microsoft.com/office/drawing/2014/main" id="{05106818-8063-459B-8462-C52A1E21EED7}"/>
              </a:ext>
            </a:extLst>
          </p:cNvPr>
          <p:cNvSpPr>
            <a:spLocks xmlns:a="http://schemas.openxmlformats.org/drawingml/2006/main" noGrp="1"/>
          </p:cNvSpPr>
          <p:nvPr/>
        </p:nvSpPr>
        <p:spPr>
          <a:xfrm xmlns:a="http://schemas.openxmlformats.org/drawingml/2006/main">
            <a:off x="781050" y="4838700"/>
            <a:ext cx="4476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277747"/>
                </a:solidFill>
                <a:latin typeface="DejaVu Sans"/>
                <a:ea typeface="DejaVu Sans"/>
                <a:cs typeface="DejaVu Sans"/>
              </a:defRPr>
            </a:defPPr>
            <a:lvl1pPr>
              <a:defRPr sz="2400" b="1">
                <a:solidFill>
                  <a:srgbClr val="277747"/>
                </a:solidFill>
                <a:latin typeface="DejaVu Sans"/>
                <a:ea typeface="DejaVu Sans"/>
                <a:cs typeface="DejaVu Sans"/>
              </a:defRPr>
            </a:lvl1pPr>
            <a:lvl2pPr>
              <a:defRPr sz="2400" b="1">
                <a:solidFill>
                  <a:srgbClr val="277747"/>
                </a:solidFill>
                <a:latin typeface="DejaVu Sans"/>
                <a:ea typeface="DejaVu Sans"/>
                <a:cs typeface="DejaVu Sans"/>
              </a:defRPr>
            </a:lvl2pPr>
            <a:lvl3pPr>
              <a:defRPr sz="2400" b="1">
                <a:solidFill>
                  <a:srgbClr val="277747"/>
                </a:solidFill>
                <a:latin typeface="DejaVu Sans"/>
                <a:ea typeface="DejaVu Sans"/>
                <a:cs typeface="DejaVu Sans"/>
              </a:defRPr>
            </a:lvl3pPr>
            <a:lvl4pPr>
              <a:defRPr sz="2400" b="1">
                <a:solidFill>
                  <a:srgbClr val="277747"/>
                </a:solidFill>
                <a:latin typeface="DejaVu Sans"/>
                <a:ea typeface="DejaVu Sans"/>
                <a:cs typeface="DejaVu Sans"/>
              </a:defRPr>
            </a:lvl4pPr>
            <a:lvl5pPr>
              <a:defRPr sz="2400" b="1">
                <a:solidFill>
                  <a:srgbClr val="277747"/>
                </a:solidFill>
                <a:latin typeface="DejaVu Sans"/>
                <a:ea typeface="DejaVu Sans"/>
                <a:cs typeface="DejaVu Sans"/>
              </a:defRPr>
            </a:lvl5pPr>
            <a:lvl6pPr>
              <a:defRPr sz="2400" b="1">
                <a:solidFill>
                  <a:srgbClr val="277747"/>
                </a:solidFill>
                <a:latin typeface="DejaVu Sans"/>
                <a:ea typeface="DejaVu Sans"/>
                <a:cs typeface="DejaVu Sans"/>
              </a:defRPr>
            </a:lvl6pPr>
            <a:lvl7pPr>
              <a:defRPr sz="2400" b="1">
                <a:solidFill>
                  <a:srgbClr val="277747"/>
                </a:solidFill>
                <a:latin typeface="DejaVu Sans"/>
                <a:ea typeface="DejaVu Sans"/>
                <a:cs typeface="DejaVu Sans"/>
              </a:defRPr>
            </a:lvl7pPr>
            <a:lvl8pPr>
              <a:defRPr sz="2400" b="1">
                <a:solidFill>
                  <a:srgbClr val="277747"/>
                </a:solidFill>
                <a:latin typeface="DejaVu Sans"/>
                <a:ea typeface="DejaVu Sans"/>
                <a:cs typeface="DejaVu Sans"/>
              </a:defRPr>
            </a:lvl8pPr>
            <a:lvl9pPr>
              <a:defRPr sz="2400" b="1">
                <a:solidFill>
                  <a:srgbClr val="277747"/>
                </a:solidFill>
                <a:latin typeface="DejaVu Sans"/>
                <a:ea typeface="DejaVu Sans"/>
                <a:cs typeface="DejaVu Sans"/>
              </a:defRPr>
            </a:lvl9pPr>
          </a:lstStyle>
          <a:p xmlns:a="http://schemas.openxmlformats.org/drawingml/2006/main">
            <a:pPr>
              <a:defRPr sz="2400" b="1">
                <a:solidFill>
                  <a:srgbClr val="277747"/>
                </a:solidFill>
                <a:latin typeface="DejaVu Sans"/>
                <a:ea typeface="DejaVu Sans"/>
                <a:cs typeface="DejaVu Sans"/>
              </a:defRPr>
            </a:pPr>
            <a:r>
              <a:rPr sz="2400" b="1">
                <a:solidFill>
                  <a:srgbClr val="277747"/>
                </a:solidFill>
                <a:latin typeface="DejaVu Sans"/>
                <a:ea typeface="DejaVu Sans"/>
                <a:cs typeface="DejaVu Sans"/>
              </a:rPr>
              <a:t>Talleres de proyectos</a:t>
            </a:r>
          </a:p>
        </p:txBody>
      </p:sp>
      <p:sp>
        <p:nvSpPr>
          <p:cNvPr id="10" name="text-9">
            <a:extLst xmlns:a="http://schemas.openxmlformats.org/drawingml/2006/main">
              <a:ext uri="{FF2B5EF4-FFF2-40B4-BE49-F238E27FC236}">
                <a16:creationId xmlns:a16="http://schemas.microsoft.com/office/drawing/2014/main" id="{57B93690-09E8-4292-A6B7-0E4665056A5B}"/>
              </a:ext>
            </a:extLst>
          </p:cNvPr>
          <p:cNvSpPr>
            <a:spLocks xmlns:a="http://schemas.openxmlformats.org/drawingml/2006/main" noGrp="1"/>
          </p:cNvSpPr>
          <p:nvPr/>
        </p:nvSpPr>
        <p:spPr>
          <a:xfrm xmlns:a="http://schemas.openxmlformats.org/drawingml/2006/main">
            <a:off x="5715000" y="4838700"/>
            <a:ext cx="838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3B31"/>
                </a:solidFill>
                <a:latin typeface="DejaVu Sans"/>
                <a:ea typeface="DejaVu Sans"/>
                <a:cs typeface="DejaVu Sans"/>
              </a:defRPr>
            </a:defPPr>
            <a:lvl1pPr>
              <a:defRPr sz="2175" b="0">
                <a:solidFill>
                  <a:srgbClr val="173B31"/>
                </a:solidFill>
                <a:latin typeface="DejaVu Sans"/>
                <a:ea typeface="DejaVu Sans"/>
                <a:cs typeface="DejaVu Sans"/>
              </a:defRPr>
            </a:lvl1pPr>
            <a:lvl2pPr>
              <a:defRPr sz="2175" b="0">
                <a:solidFill>
                  <a:srgbClr val="173B31"/>
                </a:solidFill>
                <a:latin typeface="DejaVu Sans"/>
                <a:ea typeface="DejaVu Sans"/>
                <a:cs typeface="DejaVu Sans"/>
              </a:defRPr>
            </a:lvl2pPr>
            <a:lvl3pPr>
              <a:defRPr sz="2175" b="0">
                <a:solidFill>
                  <a:srgbClr val="173B31"/>
                </a:solidFill>
                <a:latin typeface="DejaVu Sans"/>
                <a:ea typeface="DejaVu Sans"/>
                <a:cs typeface="DejaVu Sans"/>
              </a:defRPr>
            </a:lvl3pPr>
            <a:lvl4pPr>
              <a:defRPr sz="2175" b="0">
                <a:solidFill>
                  <a:srgbClr val="173B31"/>
                </a:solidFill>
                <a:latin typeface="DejaVu Sans"/>
                <a:ea typeface="DejaVu Sans"/>
                <a:cs typeface="DejaVu Sans"/>
              </a:defRPr>
            </a:lvl4pPr>
            <a:lvl5pPr>
              <a:defRPr sz="2175" b="0">
                <a:solidFill>
                  <a:srgbClr val="173B31"/>
                </a:solidFill>
                <a:latin typeface="DejaVu Sans"/>
                <a:ea typeface="DejaVu Sans"/>
                <a:cs typeface="DejaVu Sans"/>
              </a:defRPr>
            </a:lvl5pPr>
            <a:lvl6pPr>
              <a:defRPr sz="2175" b="0">
                <a:solidFill>
                  <a:srgbClr val="173B31"/>
                </a:solidFill>
                <a:latin typeface="DejaVu Sans"/>
                <a:ea typeface="DejaVu Sans"/>
                <a:cs typeface="DejaVu Sans"/>
              </a:defRPr>
            </a:lvl6pPr>
            <a:lvl7pPr>
              <a:defRPr sz="2175" b="0">
                <a:solidFill>
                  <a:srgbClr val="173B31"/>
                </a:solidFill>
                <a:latin typeface="DejaVu Sans"/>
                <a:ea typeface="DejaVu Sans"/>
                <a:cs typeface="DejaVu Sans"/>
              </a:defRPr>
            </a:lvl7pPr>
            <a:lvl8pPr>
              <a:defRPr sz="2175" b="0">
                <a:solidFill>
                  <a:srgbClr val="173B31"/>
                </a:solidFill>
                <a:latin typeface="DejaVu Sans"/>
                <a:ea typeface="DejaVu Sans"/>
                <a:cs typeface="DejaVu Sans"/>
              </a:defRPr>
            </a:lvl8pPr>
            <a:lvl9pPr>
              <a:defRPr sz="2175" b="0">
                <a:solidFill>
                  <a:srgbClr val="173B31"/>
                </a:solidFill>
                <a:latin typeface="DejaVu Sans"/>
                <a:ea typeface="DejaVu Sans"/>
                <a:cs typeface="DejaVu Sans"/>
              </a:defRPr>
            </a:lvl9pPr>
          </a:lstStyle>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Organizar problemas, alternativas y preguntas pendientes.</a:t>
            </a:r>
          </a:p>
        </p:txBody>
      </p:sp>
      <p:sp>
        <p:nvSpPr>
          <p:cNvPr id="11" name="text-10">
            <a:extLst xmlns:a="http://schemas.openxmlformats.org/drawingml/2006/main">
              <a:ext uri="{FF2B5EF4-FFF2-40B4-BE49-F238E27FC236}">
                <a16:creationId xmlns:a16="http://schemas.microsoft.com/office/drawing/2014/main" id="{3E103F42-DE3F-4D7B-8ACB-29312D6D6026}"/>
              </a:ext>
            </a:extLst>
          </p:cNvPr>
          <p:cNvSpPr>
            <a:spLocks xmlns:a="http://schemas.openxmlformats.org/drawingml/2006/main" noGrp="1"/>
          </p:cNvSpPr>
          <p:nvPr/>
        </p:nvSpPr>
        <p:spPr>
          <a:xfrm xmlns:a="http://schemas.openxmlformats.org/drawingml/2006/main">
            <a:off x="781050" y="6076950"/>
            <a:ext cx="4476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277747"/>
                </a:solidFill>
                <a:latin typeface="DejaVu Sans"/>
                <a:ea typeface="DejaVu Sans"/>
                <a:cs typeface="DejaVu Sans"/>
              </a:defRPr>
            </a:defPPr>
            <a:lvl1pPr>
              <a:defRPr sz="2400" b="1">
                <a:solidFill>
                  <a:srgbClr val="277747"/>
                </a:solidFill>
                <a:latin typeface="DejaVu Sans"/>
                <a:ea typeface="DejaVu Sans"/>
                <a:cs typeface="DejaVu Sans"/>
              </a:defRPr>
            </a:lvl1pPr>
            <a:lvl2pPr>
              <a:defRPr sz="2400" b="1">
                <a:solidFill>
                  <a:srgbClr val="277747"/>
                </a:solidFill>
                <a:latin typeface="DejaVu Sans"/>
                <a:ea typeface="DejaVu Sans"/>
                <a:cs typeface="DejaVu Sans"/>
              </a:defRPr>
            </a:lvl2pPr>
            <a:lvl3pPr>
              <a:defRPr sz="2400" b="1">
                <a:solidFill>
                  <a:srgbClr val="277747"/>
                </a:solidFill>
                <a:latin typeface="DejaVu Sans"/>
                <a:ea typeface="DejaVu Sans"/>
                <a:cs typeface="DejaVu Sans"/>
              </a:defRPr>
            </a:lvl3pPr>
            <a:lvl4pPr>
              <a:defRPr sz="2400" b="1">
                <a:solidFill>
                  <a:srgbClr val="277747"/>
                </a:solidFill>
                <a:latin typeface="DejaVu Sans"/>
                <a:ea typeface="DejaVu Sans"/>
                <a:cs typeface="DejaVu Sans"/>
              </a:defRPr>
            </a:lvl4pPr>
            <a:lvl5pPr>
              <a:defRPr sz="2400" b="1">
                <a:solidFill>
                  <a:srgbClr val="277747"/>
                </a:solidFill>
                <a:latin typeface="DejaVu Sans"/>
                <a:ea typeface="DejaVu Sans"/>
                <a:cs typeface="DejaVu Sans"/>
              </a:defRPr>
            </a:lvl5pPr>
            <a:lvl6pPr>
              <a:defRPr sz="2400" b="1">
                <a:solidFill>
                  <a:srgbClr val="277747"/>
                </a:solidFill>
                <a:latin typeface="DejaVu Sans"/>
                <a:ea typeface="DejaVu Sans"/>
                <a:cs typeface="DejaVu Sans"/>
              </a:defRPr>
            </a:lvl6pPr>
            <a:lvl7pPr>
              <a:defRPr sz="2400" b="1">
                <a:solidFill>
                  <a:srgbClr val="277747"/>
                </a:solidFill>
                <a:latin typeface="DejaVu Sans"/>
                <a:ea typeface="DejaVu Sans"/>
                <a:cs typeface="DejaVu Sans"/>
              </a:defRPr>
            </a:lvl7pPr>
            <a:lvl8pPr>
              <a:defRPr sz="2400" b="1">
                <a:solidFill>
                  <a:srgbClr val="277747"/>
                </a:solidFill>
                <a:latin typeface="DejaVu Sans"/>
                <a:ea typeface="DejaVu Sans"/>
                <a:cs typeface="DejaVu Sans"/>
              </a:defRPr>
            </a:lvl8pPr>
            <a:lvl9pPr>
              <a:defRPr sz="2400" b="1">
                <a:solidFill>
                  <a:srgbClr val="277747"/>
                </a:solidFill>
                <a:latin typeface="DejaVu Sans"/>
                <a:ea typeface="DejaVu Sans"/>
                <a:cs typeface="DejaVu Sans"/>
              </a:defRPr>
            </a:lvl9pPr>
          </a:lstStyle>
          <a:p xmlns:a="http://schemas.openxmlformats.org/drawingml/2006/main">
            <a:pPr>
              <a:defRPr sz="2400" b="1">
                <a:solidFill>
                  <a:srgbClr val="277747"/>
                </a:solidFill>
                <a:latin typeface="DejaVu Sans"/>
                <a:ea typeface="DejaVu Sans"/>
                <a:cs typeface="DejaVu Sans"/>
              </a:defRPr>
            </a:pPr>
            <a:r>
              <a:rPr sz="2400" b="1">
                <a:solidFill>
                  <a:srgbClr val="277747"/>
                </a:solidFill>
                <a:latin typeface="DejaVu Sans"/>
                <a:ea typeface="DejaVu Sans"/>
                <a:cs typeface="DejaVu Sans"/>
              </a:rPr>
              <a:t>Sesiones de divulgación</a:t>
            </a:r>
          </a:p>
        </p:txBody>
      </p:sp>
      <p:sp>
        <p:nvSpPr>
          <p:cNvPr id="12" name="text-11">
            <a:extLst xmlns:a="http://schemas.openxmlformats.org/drawingml/2006/main">
              <a:ext uri="{FF2B5EF4-FFF2-40B4-BE49-F238E27FC236}">
                <a16:creationId xmlns:a16="http://schemas.microsoft.com/office/drawing/2014/main" id="{E152E3D9-6855-47BB-B817-5C1D04C896CA}"/>
              </a:ext>
            </a:extLst>
          </p:cNvPr>
          <p:cNvSpPr>
            <a:spLocks xmlns:a="http://schemas.openxmlformats.org/drawingml/2006/main" noGrp="1"/>
          </p:cNvSpPr>
          <p:nvPr/>
        </p:nvSpPr>
        <p:spPr>
          <a:xfrm xmlns:a="http://schemas.openxmlformats.org/drawingml/2006/main">
            <a:off x="5715000" y="6076950"/>
            <a:ext cx="838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3B31"/>
                </a:solidFill>
                <a:latin typeface="DejaVu Sans"/>
                <a:ea typeface="DejaVu Sans"/>
                <a:cs typeface="DejaVu Sans"/>
              </a:defRPr>
            </a:defPPr>
            <a:lvl1pPr>
              <a:defRPr sz="2175" b="0">
                <a:solidFill>
                  <a:srgbClr val="173B31"/>
                </a:solidFill>
                <a:latin typeface="DejaVu Sans"/>
                <a:ea typeface="DejaVu Sans"/>
                <a:cs typeface="DejaVu Sans"/>
              </a:defRPr>
            </a:lvl1pPr>
            <a:lvl2pPr>
              <a:defRPr sz="2175" b="0">
                <a:solidFill>
                  <a:srgbClr val="173B31"/>
                </a:solidFill>
                <a:latin typeface="DejaVu Sans"/>
                <a:ea typeface="DejaVu Sans"/>
                <a:cs typeface="DejaVu Sans"/>
              </a:defRPr>
            </a:lvl2pPr>
            <a:lvl3pPr>
              <a:defRPr sz="2175" b="0">
                <a:solidFill>
                  <a:srgbClr val="173B31"/>
                </a:solidFill>
                <a:latin typeface="DejaVu Sans"/>
                <a:ea typeface="DejaVu Sans"/>
                <a:cs typeface="DejaVu Sans"/>
              </a:defRPr>
            </a:lvl3pPr>
            <a:lvl4pPr>
              <a:defRPr sz="2175" b="0">
                <a:solidFill>
                  <a:srgbClr val="173B31"/>
                </a:solidFill>
                <a:latin typeface="DejaVu Sans"/>
                <a:ea typeface="DejaVu Sans"/>
                <a:cs typeface="DejaVu Sans"/>
              </a:defRPr>
            </a:lvl4pPr>
            <a:lvl5pPr>
              <a:defRPr sz="2175" b="0">
                <a:solidFill>
                  <a:srgbClr val="173B31"/>
                </a:solidFill>
                <a:latin typeface="DejaVu Sans"/>
                <a:ea typeface="DejaVu Sans"/>
                <a:cs typeface="DejaVu Sans"/>
              </a:defRPr>
            </a:lvl5pPr>
            <a:lvl6pPr>
              <a:defRPr sz="2175" b="0">
                <a:solidFill>
                  <a:srgbClr val="173B31"/>
                </a:solidFill>
                <a:latin typeface="DejaVu Sans"/>
                <a:ea typeface="DejaVu Sans"/>
                <a:cs typeface="DejaVu Sans"/>
              </a:defRPr>
            </a:lvl6pPr>
            <a:lvl7pPr>
              <a:defRPr sz="2175" b="0">
                <a:solidFill>
                  <a:srgbClr val="173B31"/>
                </a:solidFill>
                <a:latin typeface="DejaVu Sans"/>
                <a:ea typeface="DejaVu Sans"/>
                <a:cs typeface="DejaVu Sans"/>
              </a:defRPr>
            </a:lvl7pPr>
            <a:lvl8pPr>
              <a:defRPr sz="2175" b="0">
                <a:solidFill>
                  <a:srgbClr val="173B31"/>
                </a:solidFill>
                <a:latin typeface="DejaVu Sans"/>
                <a:ea typeface="DejaVu Sans"/>
                <a:cs typeface="DejaVu Sans"/>
              </a:defRPr>
            </a:lvl8pPr>
            <a:lvl9pPr>
              <a:defRPr sz="2175" b="0">
                <a:solidFill>
                  <a:srgbClr val="173B31"/>
                </a:solidFill>
                <a:latin typeface="DejaVu Sans"/>
                <a:ea typeface="DejaVu Sans"/>
                <a:cs typeface="DejaVu Sans"/>
              </a:defRPr>
            </a:lvl9pPr>
          </a:lstStyle>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Construir un mapa de preguntas y conceptos con el auditorio.</a:t>
            </a:r>
          </a:p>
        </p:txBody>
      </p:sp>
      <p:sp>
        <p:nvSpPr>
          <p:cNvPr id="13" name="text-12">
            <a:extLst xmlns:a="http://schemas.openxmlformats.org/drawingml/2006/main">
              <a:ext uri="{FF2B5EF4-FFF2-40B4-BE49-F238E27FC236}">
                <a16:creationId xmlns:a16="http://schemas.microsoft.com/office/drawing/2014/main" id="{947DC242-D29A-47D5-8F82-0AF1395F5B06}"/>
              </a:ext>
            </a:extLst>
          </p:cNvPr>
          <p:cNvSpPr>
            <a:spLocks xmlns:a="http://schemas.openxmlformats.org/drawingml/2006/main" noGrp="1"/>
          </p:cNvSpPr>
          <p:nvPr/>
        </p:nvSpPr>
        <p:spPr>
          <a:xfrm xmlns:a="http://schemas.openxmlformats.org/drawingml/2006/main">
            <a:off x="762000" y="7572375"/>
            <a:ext cx="1371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El mapa sirve como apoyo de síntesis. La relatoría valida los acuerdos.</a:t>
            </a:r>
          </a:p>
        </p:txBody>
      </p:sp>
    </p:spTree>
    <p:extLst>
      <p:ext uri="{BB962C8B-B14F-4D97-AF65-F5344CB8AC3E}">
        <p14:creationId xmlns:p14="http://schemas.microsoft.com/office/powerpoint/2010/main" val="15649127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7A342E1-9F94-40A1-8FE9-72B664DFFB23}"/>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Montaje de la demostración</a:t>
            </a:r>
          </a:p>
        </p:txBody>
      </p:sp>
      <p:sp>
        <p:nvSpPr>
          <p:cNvPr id="2" name="text-1">
            <a:extLst xmlns:a="http://schemas.openxmlformats.org/drawingml/2006/main">
              <a:ext uri="{FF2B5EF4-FFF2-40B4-BE49-F238E27FC236}">
                <a16:creationId xmlns:a16="http://schemas.microsoft.com/office/drawing/2014/main" id="{23CF2852-B389-497A-8817-B940C93A6DD5}"/>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El HTML permite mostrar la experiencia mientras se construye la aplicación.</a:t>
            </a:r>
          </a:p>
        </p:txBody>
      </p:sp>
      <p:sp>
        <p:nvSpPr>
          <p:cNvPr id="3" name="text-2">
            <a:extLst xmlns:a="http://schemas.openxmlformats.org/drawingml/2006/main">
              <a:ext uri="{FF2B5EF4-FFF2-40B4-BE49-F238E27FC236}">
                <a16:creationId xmlns:a16="http://schemas.microsoft.com/office/drawing/2014/main" id="{8E1F577A-C4AC-41BE-97DC-BBD032A62CA2}"/>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721984CE-4DEC-4AA5-B3FD-29C7968DDA1C}"/>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11</a:t>
            </a:r>
          </a:p>
        </p:txBody>
      </p:sp>
      <p:sp>
        <p:nvSpPr>
          <p:cNvPr id="5" name="text-4">
            <a:extLst xmlns:a="http://schemas.openxmlformats.org/drawingml/2006/main">
              <a:ext uri="{FF2B5EF4-FFF2-40B4-BE49-F238E27FC236}">
                <a16:creationId xmlns:a16="http://schemas.microsoft.com/office/drawing/2014/main" id="{A74EBDCA-1196-40D7-8886-C358F3B53A01}"/>
              </a:ext>
            </a:extLst>
          </p:cNvPr>
          <p:cNvSpPr>
            <a:spLocks xmlns:a="http://schemas.openxmlformats.org/drawingml/2006/main" noGrp="1"/>
          </p:cNvSpPr>
          <p:nvPr/>
        </p:nvSpPr>
        <p:spPr>
          <a:xfrm xmlns:a="http://schemas.openxmlformats.org/drawingml/2006/main">
            <a:off x="742950" y="2390775"/>
            <a:ext cx="647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277747"/>
                </a:solidFill>
                <a:latin typeface="DejaVu Sans"/>
                <a:ea typeface="DejaVu Sans"/>
                <a:cs typeface="DejaVu Sans"/>
              </a:defRPr>
            </a:defPPr>
            <a:lvl1pPr>
              <a:defRPr sz="2625" b="1">
                <a:solidFill>
                  <a:srgbClr val="277747"/>
                </a:solidFill>
                <a:latin typeface="DejaVu Sans"/>
                <a:ea typeface="DejaVu Sans"/>
                <a:cs typeface="DejaVu Sans"/>
              </a:defRPr>
            </a:lvl1pPr>
            <a:lvl2pPr>
              <a:defRPr sz="2625" b="1">
                <a:solidFill>
                  <a:srgbClr val="277747"/>
                </a:solidFill>
                <a:latin typeface="DejaVu Sans"/>
                <a:ea typeface="DejaVu Sans"/>
                <a:cs typeface="DejaVu Sans"/>
              </a:defRPr>
            </a:lvl2pPr>
            <a:lvl3pPr>
              <a:defRPr sz="2625" b="1">
                <a:solidFill>
                  <a:srgbClr val="277747"/>
                </a:solidFill>
                <a:latin typeface="DejaVu Sans"/>
                <a:ea typeface="DejaVu Sans"/>
                <a:cs typeface="DejaVu Sans"/>
              </a:defRPr>
            </a:lvl3pPr>
            <a:lvl4pPr>
              <a:defRPr sz="2625" b="1">
                <a:solidFill>
                  <a:srgbClr val="277747"/>
                </a:solidFill>
                <a:latin typeface="DejaVu Sans"/>
                <a:ea typeface="DejaVu Sans"/>
                <a:cs typeface="DejaVu Sans"/>
              </a:defRPr>
            </a:lvl4pPr>
            <a:lvl5pPr>
              <a:defRPr sz="2625" b="1">
                <a:solidFill>
                  <a:srgbClr val="277747"/>
                </a:solidFill>
                <a:latin typeface="DejaVu Sans"/>
                <a:ea typeface="DejaVu Sans"/>
                <a:cs typeface="DejaVu Sans"/>
              </a:defRPr>
            </a:lvl5pPr>
            <a:lvl6pPr>
              <a:defRPr sz="2625" b="1">
                <a:solidFill>
                  <a:srgbClr val="277747"/>
                </a:solidFill>
                <a:latin typeface="DejaVu Sans"/>
                <a:ea typeface="DejaVu Sans"/>
                <a:cs typeface="DejaVu Sans"/>
              </a:defRPr>
            </a:lvl6pPr>
            <a:lvl7pPr>
              <a:defRPr sz="2625" b="1">
                <a:solidFill>
                  <a:srgbClr val="277747"/>
                </a:solidFill>
                <a:latin typeface="DejaVu Sans"/>
                <a:ea typeface="DejaVu Sans"/>
                <a:cs typeface="DejaVu Sans"/>
              </a:defRPr>
            </a:lvl7pPr>
            <a:lvl8pPr>
              <a:defRPr sz="2625" b="1">
                <a:solidFill>
                  <a:srgbClr val="277747"/>
                </a:solidFill>
                <a:latin typeface="DejaVu Sans"/>
                <a:ea typeface="DejaVu Sans"/>
                <a:cs typeface="DejaVu Sans"/>
              </a:defRPr>
            </a:lvl8pPr>
            <a:lvl9pPr>
              <a:defRPr sz="2625" b="1">
                <a:solidFill>
                  <a:srgbClr val="277747"/>
                </a:solidFill>
                <a:latin typeface="DejaVu Sans"/>
                <a:ea typeface="DejaVu Sans"/>
                <a:cs typeface="DejaVu Sans"/>
              </a:defRPr>
            </a:lvl9pPr>
          </a:lstStyle>
          <a:p xmlns:a="http://schemas.openxmlformats.org/drawingml/2006/main">
            <a:pPr>
              <a:defRPr sz="2625" b="1">
                <a:solidFill>
                  <a:srgbClr val="277747"/>
                </a:solidFill>
                <a:latin typeface="DejaVu Sans"/>
                <a:ea typeface="DejaVu Sans"/>
                <a:cs typeface="DejaVu Sans"/>
              </a:defRPr>
            </a:pPr>
            <a:r>
              <a:rPr sz="2625" b="1">
                <a:solidFill>
                  <a:srgbClr val="277747"/>
                </a:solidFill>
                <a:latin typeface="DejaVu Sans"/>
                <a:ea typeface="DejaVu Sans"/>
                <a:cs typeface="DejaVu Sans"/>
              </a:rPr>
              <a:t>Para presentar ahora</a:t>
            </a:r>
          </a:p>
        </p:txBody>
      </p:sp>
      <p:sp>
        <p:nvSpPr>
          <p:cNvPr id="6" name="text-5">
            <a:extLst xmlns:a="http://schemas.openxmlformats.org/drawingml/2006/main">
              <a:ext uri="{FF2B5EF4-FFF2-40B4-BE49-F238E27FC236}">
                <a16:creationId xmlns:a16="http://schemas.microsoft.com/office/drawing/2014/main" id="{2A3CDDA1-E87C-4F17-852B-EDAA14D17A16}"/>
              </a:ext>
            </a:extLst>
          </p:cNvPr>
          <p:cNvSpPr>
            <a:spLocks xmlns:a="http://schemas.openxmlformats.org/drawingml/2006/main" noGrp="1"/>
          </p:cNvSpPr>
          <p:nvPr/>
        </p:nvSpPr>
        <p:spPr>
          <a:xfrm xmlns:a="http://schemas.openxmlformats.org/drawingml/2006/main">
            <a:off x="742950" y="3276600"/>
            <a:ext cx="6572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3B31"/>
                </a:solidFill>
                <a:latin typeface="DejaVu Sans"/>
                <a:ea typeface="DejaVu Sans"/>
                <a:cs typeface="DejaVu Sans"/>
              </a:defRPr>
            </a:defPPr>
            <a:lvl1pPr>
              <a:defRPr sz="2175" b="0">
                <a:solidFill>
                  <a:srgbClr val="173B31"/>
                </a:solidFill>
                <a:latin typeface="DejaVu Sans"/>
                <a:ea typeface="DejaVu Sans"/>
                <a:cs typeface="DejaVu Sans"/>
              </a:defRPr>
            </a:lvl1pPr>
            <a:lvl2pPr>
              <a:defRPr sz="2175" b="0">
                <a:solidFill>
                  <a:srgbClr val="173B31"/>
                </a:solidFill>
                <a:latin typeface="DejaVu Sans"/>
                <a:ea typeface="DejaVu Sans"/>
                <a:cs typeface="DejaVu Sans"/>
              </a:defRPr>
            </a:lvl2pPr>
            <a:lvl3pPr>
              <a:defRPr sz="2175" b="0">
                <a:solidFill>
                  <a:srgbClr val="173B31"/>
                </a:solidFill>
                <a:latin typeface="DejaVu Sans"/>
                <a:ea typeface="DejaVu Sans"/>
                <a:cs typeface="DejaVu Sans"/>
              </a:defRPr>
            </a:lvl3pPr>
            <a:lvl4pPr>
              <a:defRPr sz="2175" b="0">
                <a:solidFill>
                  <a:srgbClr val="173B31"/>
                </a:solidFill>
                <a:latin typeface="DejaVu Sans"/>
                <a:ea typeface="DejaVu Sans"/>
                <a:cs typeface="DejaVu Sans"/>
              </a:defRPr>
            </a:lvl4pPr>
            <a:lvl5pPr>
              <a:defRPr sz="2175" b="0">
                <a:solidFill>
                  <a:srgbClr val="173B31"/>
                </a:solidFill>
                <a:latin typeface="DejaVu Sans"/>
                <a:ea typeface="DejaVu Sans"/>
                <a:cs typeface="DejaVu Sans"/>
              </a:defRPr>
            </a:lvl5pPr>
            <a:lvl6pPr>
              <a:defRPr sz="2175" b="0">
                <a:solidFill>
                  <a:srgbClr val="173B31"/>
                </a:solidFill>
                <a:latin typeface="DejaVu Sans"/>
                <a:ea typeface="DejaVu Sans"/>
                <a:cs typeface="DejaVu Sans"/>
              </a:defRPr>
            </a:lvl6pPr>
            <a:lvl7pPr>
              <a:defRPr sz="2175" b="0">
                <a:solidFill>
                  <a:srgbClr val="173B31"/>
                </a:solidFill>
                <a:latin typeface="DejaVu Sans"/>
                <a:ea typeface="DejaVu Sans"/>
                <a:cs typeface="DejaVu Sans"/>
              </a:defRPr>
            </a:lvl7pPr>
            <a:lvl8pPr>
              <a:defRPr sz="2175" b="0">
                <a:solidFill>
                  <a:srgbClr val="173B31"/>
                </a:solidFill>
                <a:latin typeface="DejaVu Sans"/>
                <a:ea typeface="DejaVu Sans"/>
                <a:cs typeface="DejaVu Sans"/>
              </a:defRPr>
            </a:lvl8pPr>
            <a:lvl9pPr>
              <a:defRPr sz="2175" b="0">
                <a:solidFill>
                  <a:srgbClr val="173B31"/>
                </a:solidFill>
                <a:latin typeface="DejaVu Sans"/>
                <a:ea typeface="DejaVu Sans"/>
                <a:cs typeface="DejaVu Sans"/>
              </a:defRPr>
            </a:lvl9pPr>
          </a:lstStyle>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Abrir el HTML y activar pantalla completa.</a:t>
            </a:r>
          </a:p>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Reproducir o avanzar la charla de ejemplo.</a:t>
            </a:r>
          </a:p>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Cambiar de vista con las teclas 1 a 6.</a:t>
            </a:r>
          </a:p>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Ocultar los controles con H.</a:t>
            </a:r>
          </a:p>
        </p:txBody>
      </p:sp>
      <p:sp>
        <p:nvSpPr>
          <p:cNvPr id="7" name="text-6">
            <a:extLst xmlns:a="http://schemas.openxmlformats.org/drawingml/2006/main">
              <a:ext uri="{FF2B5EF4-FFF2-40B4-BE49-F238E27FC236}">
                <a16:creationId xmlns:a16="http://schemas.microsoft.com/office/drawing/2014/main" id="{54B99D22-0C9E-4DD6-87BD-AEDE680252BA}"/>
              </a:ext>
            </a:extLst>
          </p:cNvPr>
          <p:cNvSpPr>
            <a:spLocks xmlns:a="http://schemas.openxmlformats.org/drawingml/2006/main" noGrp="1"/>
          </p:cNvSpPr>
          <p:nvPr/>
        </p:nvSpPr>
        <p:spPr>
          <a:xfrm xmlns:a="http://schemas.openxmlformats.org/drawingml/2006/main">
            <a:off x="8143875" y="2390775"/>
            <a:ext cx="638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277747"/>
                </a:solidFill>
                <a:latin typeface="DejaVu Sans"/>
                <a:ea typeface="DejaVu Sans"/>
                <a:cs typeface="DejaVu Sans"/>
              </a:defRPr>
            </a:defPPr>
            <a:lvl1pPr>
              <a:defRPr sz="2625" b="1">
                <a:solidFill>
                  <a:srgbClr val="277747"/>
                </a:solidFill>
                <a:latin typeface="DejaVu Sans"/>
                <a:ea typeface="DejaVu Sans"/>
                <a:cs typeface="DejaVu Sans"/>
              </a:defRPr>
            </a:lvl1pPr>
            <a:lvl2pPr>
              <a:defRPr sz="2625" b="1">
                <a:solidFill>
                  <a:srgbClr val="277747"/>
                </a:solidFill>
                <a:latin typeface="DejaVu Sans"/>
                <a:ea typeface="DejaVu Sans"/>
                <a:cs typeface="DejaVu Sans"/>
              </a:defRPr>
            </a:lvl2pPr>
            <a:lvl3pPr>
              <a:defRPr sz="2625" b="1">
                <a:solidFill>
                  <a:srgbClr val="277747"/>
                </a:solidFill>
                <a:latin typeface="DejaVu Sans"/>
                <a:ea typeface="DejaVu Sans"/>
                <a:cs typeface="DejaVu Sans"/>
              </a:defRPr>
            </a:lvl3pPr>
            <a:lvl4pPr>
              <a:defRPr sz="2625" b="1">
                <a:solidFill>
                  <a:srgbClr val="277747"/>
                </a:solidFill>
                <a:latin typeface="DejaVu Sans"/>
                <a:ea typeface="DejaVu Sans"/>
                <a:cs typeface="DejaVu Sans"/>
              </a:defRPr>
            </a:lvl4pPr>
            <a:lvl5pPr>
              <a:defRPr sz="2625" b="1">
                <a:solidFill>
                  <a:srgbClr val="277747"/>
                </a:solidFill>
                <a:latin typeface="DejaVu Sans"/>
                <a:ea typeface="DejaVu Sans"/>
                <a:cs typeface="DejaVu Sans"/>
              </a:defRPr>
            </a:lvl5pPr>
            <a:lvl6pPr>
              <a:defRPr sz="2625" b="1">
                <a:solidFill>
                  <a:srgbClr val="277747"/>
                </a:solidFill>
                <a:latin typeface="DejaVu Sans"/>
                <a:ea typeface="DejaVu Sans"/>
                <a:cs typeface="DejaVu Sans"/>
              </a:defRPr>
            </a:lvl6pPr>
            <a:lvl7pPr>
              <a:defRPr sz="2625" b="1">
                <a:solidFill>
                  <a:srgbClr val="277747"/>
                </a:solidFill>
                <a:latin typeface="DejaVu Sans"/>
                <a:ea typeface="DejaVu Sans"/>
                <a:cs typeface="DejaVu Sans"/>
              </a:defRPr>
            </a:lvl7pPr>
            <a:lvl8pPr>
              <a:defRPr sz="2625" b="1">
                <a:solidFill>
                  <a:srgbClr val="277747"/>
                </a:solidFill>
                <a:latin typeface="DejaVu Sans"/>
                <a:ea typeface="DejaVu Sans"/>
                <a:cs typeface="DejaVu Sans"/>
              </a:defRPr>
            </a:lvl8pPr>
            <a:lvl9pPr>
              <a:defRPr sz="2625" b="1">
                <a:solidFill>
                  <a:srgbClr val="277747"/>
                </a:solidFill>
                <a:latin typeface="DejaVu Sans"/>
                <a:ea typeface="DejaVu Sans"/>
                <a:cs typeface="DejaVu Sans"/>
              </a:defRPr>
            </a:lvl9pPr>
          </a:lstStyle>
          <a:p xmlns:a="http://schemas.openxmlformats.org/drawingml/2006/main">
            <a:pPr>
              <a:defRPr sz="2625" b="1">
                <a:solidFill>
                  <a:srgbClr val="277747"/>
                </a:solidFill>
                <a:latin typeface="DejaVu Sans"/>
                <a:ea typeface="DejaVu Sans"/>
                <a:cs typeface="DejaVu Sans"/>
              </a:defRPr>
            </a:pPr>
            <a:r>
              <a:rPr sz="2625" b="1">
                <a:solidFill>
                  <a:srgbClr val="277747"/>
                </a:solidFill>
                <a:latin typeface="DejaVu Sans"/>
                <a:ea typeface="DejaVu Sans"/>
                <a:cs typeface="DejaVu Sans"/>
              </a:rPr>
              <a:t>Para conectar la charla real</a:t>
            </a:r>
          </a:p>
        </p:txBody>
      </p:sp>
      <p:sp>
        <p:nvSpPr>
          <p:cNvPr id="8" name="text-7">
            <a:extLst xmlns:a="http://schemas.openxmlformats.org/drawingml/2006/main">
              <a:ext uri="{FF2B5EF4-FFF2-40B4-BE49-F238E27FC236}">
                <a16:creationId xmlns:a16="http://schemas.microsoft.com/office/drawing/2014/main" id="{DDFE6752-B5A0-46C8-B232-64EF720C48E5}"/>
              </a:ext>
            </a:extLst>
          </p:cNvPr>
          <p:cNvSpPr>
            <a:spLocks xmlns:a="http://schemas.openxmlformats.org/drawingml/2006/main" noGrp="1"/>
          </p:cNvSpPr>
          <p:nvPr/>
        </p:nvSpPr>
        <p:spPr>
          <a:xfrm xmlns:a="http://schemas.openxmlformats.org/drawingml/2006/main">
            <a:off x="8143875" y="3276600"/>
            <a:ext cx="6381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3B31"/>
                </a:solidFill>
                <a:latin typeface="DejaVu Sans"/>
                <a:ea typeface="DejaVu Sans"/>
                <a:cs typeface="DejaVu Sans"/>
              </a:defRPr>
            </a:defPPr>
            <a:lvl1pPr>
              <a:defRPr sz="2175" b="0">
                <a:solidFill>
                  <a:srgbClr val="173B31"/>
                </a:solidFill>
                <a:latin typeface="DejaVu Sans"/>
                <a:ea typeface="DejaVu Sans"/>
                <a:cs typeface="DejaVu Sans"/>
              </a:defRPr>
            </a:lvl1pPr>
            <a:lvl2pPr>
              <a:defRPr sz="2175" b="0">
                <a:solidFill>
                  <a:srgbClr val="173B31"/>
                </a:solidFill>
                <a:latin typeface="DejaVu Sans"/>
                <a:ea typeface="DejaVu Sans"/>
                <a:cs typeface="DejaVu Sans"/>
              </a:defRPr>
            </a:lvl2pPr>
            <a:lvl3pPr>
              <a:defRPr sz="2175" b="0">
                <a:solidFill>
                  <a:srgbClr val="173B31"/>
                </a:solidFill>
                <a:latin typeface="DejaVu Sans"/>
                <a:ea typeface="DejaVu Sans"/>
                <a:cs typeface="DejaVu Sans"/>
              </a:defRPr>
            </a:lvl3pPr>
            <a:lvl4pPr>
              <a:defRPr sz="2175" b="0">
                <a:solidFill>
                  <a:srgbClr val="173B31"/>
                </a:solidFill>
                <a:latin typeface="DejaVu Sans"/>
                <a:ea typeface="DejaVu Sans"/>
                <a:cs typeface="DejaVu Sans"/>
              </a:defRPr>
            </a:lvl4pPr>
            <a:lvl5pPr>
              <a:defRPr sz="2175" b="0">
                <a:solidFill>
                  <a:srgbClr val="173B31"/>
                </a:solidFill>
                <a:latin typeface="DejaVu Sans"/>
                <a:ea typeface="DejaVu Sans"/>
                <a:cs typeface="DejaVu Sans"/>
              </a:defRPr>
            </a:lvl5pPr>
            <a:lvl6pPr>
              <a:defRPr sz="2175" b="0">
                <a:solidFill>
                  <a:srgbClr val="173B31"/>
                </a:solidFill>
                <a:latin typeface="DejaVu Sans"/>
                <a:ea typeface="DejaVu Sans"/>
                <a:cs typeface="DejaVu Sans"/>
              </a:defRPr>
            </a:lvl6pPr>
            <a:lvl7pPr>
              <a:defRPr sz="2175" b="0">
                <a:solidFill>
                  <a:srgbClr val="173B31"/>
                </a:solidFill>
                <a:latin typeface="DejaVu Sans"/>
                <a:ea typeface="DejaVu Sans"/>
                <a:cs typeface="DejaVu Sans"/>
              </a:defRPr>
            </a:lvl7pPr>
            <a:lvl8pPr>
              <a:defRPr sz="2175" b="0">
                <a:solidFill>
                  <a:srgbClr val="173B31"/>
                </a:solidFill>
                <a:latin typeface="DejaVu Sans"/>
                <a:ea typeface="DejaVu Sans"/>
                <a:cs typeface="DejaVu Sans"/>
              </a:defRPr>
            </a:lvl8pPr>
            <a:lvl9pPr>
              <a:defRPr sz="2175" b="0">
                <a:solidFill>
                  <a:srgbClr val="173B31"/>
                </a:solidFill>
                <a:latin typeface="DejaVu Sans"/>
                <a:ea typeface="DejaVu Sans"/>
                <a:cs typeface="DejaVu Sans"/>
              </a:defRPr>
            </a:lvl9pPr>
          </a:lstStyle>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Validar la fuente de audio y el español.</a:t>
            </a:r>
          </a:p>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Conectar transcripción y extracción.</a:t>
            </a:r>
          </a:p>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Actualizar el estado sin reconstruir el mapa.</a:t>
            </a:r>
          </a:p>
          <a:p xmlns:a="http://schemas.openxmlformats.org/drawingml/2006/main">
            <a:pPr>
              <a:defRPr sz="2175" b="0">
                <a:solidFill>
                  <a:srgbClr val="173B31"/>
                </a:solidFill>
                <a:latin typeface="DejaVu Sans"/>
                <a:ea typeface="DejaVu Sans"/>
                <a:cs typeface="DejaVu Sans"/>
              </a:defRPr>
            </a:pPr>
            <a:r>
              <a:rPr sz="2175" b="0">
                <a:solidFill>
                  <a:srgbClr val="173B31"/>
                </a:solidFill>
                <a:latin typeface="DejaVu Sans"/>
                <a:ea typeface="DejaVu Sans"/>
                <a:cs typeface="DejaVu Sans"/>
              </a:rPr>
              <a:t>Ensayar en la pantalla y el sonido del salón.</a:t>
            </a:r>
          </a:p>
        </p:txBody>
      </p:sp>
      <p:sp>
        <p:nvSpPr>
          <p:cNvPr id="9" name="text-8">
            <a:extLst xmlns:a="http://schemas.openxmlformats.org/drawingml/2006/main">
              <a:ext uri="{FF2B5EF4-FFF2-40B4-BE49-F238E27FC236}">
                <a16:creationId xmlns:a16="http://schemas.microsoft.com/office/drawing/2014/main" id="{ECFD01DB-D626-4359-B668-FC29EF49F0C3}"/>
              </a:ext>
            </a:extLst>
          </p:cNvPr>
          <p:cNvSpPr>
            <a:spLocks xmlns:a="http://schemas.openxmlformats.org/drawingml/2006/main" noGrp="1"/>
          </p:cNvSpPr>
          <p:nvPr/>
        </p:nvSpPr>
        <p:spPr>
          <a:xfrm xmlns:a="http://schemas.openxmlformats.org/drawingml/2006/main">
            <a:off x="762000" y="7029450"/>
            <a:ext cx="1343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36A62"/>
                </a:solidFill>
                <a:latin typeface="DejaVu Sans"/>
                <a:ea typeface="DejaVu Sans"/>
                <a:cs typeface="DejaVu Sans"/>
              </a:defRPr>
            </a:defPPr>
            <a:lvl1pPr>
              <a:defRPr sz="2100" b="0">
                <a:solidFill>
                  <a:srgbClr val="536A62"/>
                </a:solidFill>
                <a:latin typeface="DejaVu Sans"/>
                <a:ea typeface="DejaVu Sans"/>
                <a:cs typeface="DejaVu Sans"/>
              </a:defRPr>
            </a:lvl1pPr>
            <a:lvl2pPr>
              <a:defRPr sz="2100" b="0">
                <a:solidFill>
                  <a:srgbClr val="536A62"/>
                </a:solidFill>
                <a:latin typeface="DejaVu Sans"/>
                <a:ea typeface="DejaVu Sans"/>
                <a:cs typeface="DejaVu Sans"/>
              </a:defRPr>
            </a:lvl2pPr>
            <a:lvl3pPr>
              <a:defRPr sz="2100" b="0">
                <a:solidFill>
                  <a:srgbClr val="536A62"/>
                </a:solidFill>
                <a:latin typeface="DejaVu Sans"/>
                <a:ea typeface="DejaVu Sans"/>
                <a:cs typeface="DejaVu Sans"/>
              </a:defRPr>
            </a:lvl3pPr>
            <a:lvl4pPr>
              <a:defRPr sz="2100" b="0">
                <a:solidFill>
                  <a:srgbClr val="536A62"/>
                </a:solidFill>
                <a:latin typeface="DejaVu Sans"/>
                <a:ea typeface="DejaVu Sans"/>
                <a:cs typeface="DejaVu Sans"/>
              </a:defRPr>
            </a:lvl4pPr>
            <a:lvl5pPr>
              <a:defRPr sz="2100" b="0">
                <a:solidFill>
                  <a:srgbClr val="536A62"/>
                </a:solidFill>
                <a:latin typeface="DejaVu Sans"/>
                <a:ea typeface="DejaVu Sans"/>
                <a:cs typeface="DejaVu Sans"/>
              </a:defRPr>
            </a:lvl5pPr>
            <a:lvl6pPr>
              <a:defRPr sz="2100" b="0">
                <a:solidFill>
                  <a:srgbClr val="536A62"/>
                </a:solidFill>
                <a:latin typeface="DejaVu Sans"/>
                <a:ea typeface="DejaVu Sans"/>
                <a:cs typeface="DejaVu Sans"/>
              </a:defRPr>
            </a:lvl6pPr>
            <a:lvl7pPr>
              <a:defRPr sz="2100" b="0">
                <a:solidFill>
                  <a:srgbClr val="536A62"/>
                </a:solidFill>
                <a:latin typeface="DejaVu Sans"/>
                <a:ea typeface="DejaVu Sans"/>
                <a:cs typeface="DejaVu Sans"/>
              </a:defRPr>
            </a:lvl7pPr>
            <a:lvl8pPr>
              <a:defRPr sz="2100" b="0">
                <a:solidFill>
                  <a:srgbClr val="536A62"/>
                </a:solidFill>
                <a:latin typeface="DejaVu Sans"/>
                <a:ea typeface="DejaVu Sans"/>
                <a:cs typeface="DejaVu Sans"/>
              </a:defRPr>
            </a:lvl8pPr>
            <a:lvl9pPr>
              <a:defRPr sz="2100" b="0">
                <a:solidFill>
                  <a:srgbClr val="536A62"/>
                </a:solidFill>
                <a:latin typeface="DejaVu Sans"/>
                <a:ea typeface="DejaVu Sans"/>
                <a:cs typeface="DejaVu Sans"/>
              </a:defRPr>
            </a:lvl9pPr>
          </a:lstStyle>
          <a:p xmlns:a="http://schemas.openxmlformats.org/drawingml/2006/main">
            <a:pPr>
              <a:defRPr sz="2100" b="0">
                <a:solidFill>
                  <a:srgbClr val="536A62"/>
                </a:solidFill>
                <a:latin typeface="DejaVu Sans"/>
                <a:ea typeface="DejaVu Sans"/>
                <a:cs typeface="DejaVu Sans"/>
              </a:defRPr>
            </a:pPr>
            <a:r>
              <a:rPr sz="2100" b="0">
                <a:solidFill>
                  <a:srgbClr val="536A62"/>
                </a:solidFill>
                <a:latin typeface="DejaVu Sans"/>
                <a:ea typeface="DejaVu Sans"/>
                <a:cs typeface="DejaVu Sans"/>
              </a:rPr>
              <a:t>Respaldo para el evento: reproducción simulada y carga manual de texto.</a:t>
            </a:r>
          </a:p>
        </p:txBody>
      </p:sp>
    </p:spTree>
    <p:extLst>
      <p:ext uri="{BB962C8B-B14F-4D97-AF65-F5344CB8AC3E}">
        <p14:creationId xmlns:p14="http://schemas.microsoft.com/office/powerpoint/2010/main" val="6828576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96B05DD-8532-4316-AE14-E0BADA148B21}"/>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Software para una puesta en escena inmersiva</a:t>
            </a:r>
          </a:p>
        </p:txBody>
      </p:sp>
      <p:sp>
        <p:nvSpPr>
          <p:cNvPr id="2" name="text-1">
            <a:extLst xmlns:a="http://schemas.openxmlformats.org/drawingml/2006/main">
              <a:ext uri="{FF2B5EF4-FFF2-40B4-BE49-F238E27FC236}">
                <a16:creationId xmlns:a16="http://schemas.microsoft.com/office/drawing/2014/main" id="{ADB99D6C-2F0C-4620-B9B0-A8CBE3549B6E}"/>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Opciones de pago para partículas, corrientes generativas y proyección en pantallas grandes.</a:t>
            </a:r>
          </a:p>
        </p:txBody>
      </p:sp>
      <p:sp>
        <p:nvSpPr>
          <p:cNvPr id="3" name="text-2">
            <a:extLst xmlns:a="http://schemas.openxmlformats.org/drawingml/2006/main">
              <a:ext uri="{FF2B5EF4-FFF2-40B4-BE49-F238E27FC236}">
                <a16:creationId xmlns:a16="http://schemas.microsoft.com/office/drawing/2014/main" id="{48D3CC02-1112-43EA-A283-54476BC6384F}"/>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74A37BF1-E8DC-441C-A7C2-54A92F8B8392}"/>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12</a:t>
            </a:r>
          </a:p>
        </p:txBody>
      </p:sp>
      <p:graphicFrame>
        <p:nvGraphicFramePr>
          <p:cNvPr id="5" name="">
            <a:extLst xmlns:a="http://schemas.openxmlformats.org/drawingml/2006/main">
              <a:ext uri="{FF2B5EF4-FFF2-40B4-BE49-F238E27FC236}">
                <a16:creationId xmlns:a16="http://schemas.microsoft.com/office/drawing/2014/main" id="{B7DD9AC8-479C-4329-B4BD-E7BE807CB0D4}"/>
              </a:ext>
            </a:extLst>
          </p:cNvPr>
          <p:cNvGraphicFramePr/>
          <p:nvPr/>
        </p:nvGraphicFramePr>
        <p:xfrm>
          <a:off xmlns:a="http://schemas.openxmlformats.org/drawingml/2006/main" x="685800" y="2305050"/>
          <a:ext xmlns:a="http://schemas.openxmlformats.org/drawingml/2006/main" cx="13868400" cy="4953000"/>
        </p:xfrm>
        <a:graphic xmlns:a="http://schemas.openxmlformats.org/drawingml/2006/main">
          <a:graphicData uri="http://schemas.openxmlformats.org/drawingml/2006/table">
            <a:tbl>
              <a:tblPr/>
              <a:tblGrid>
                <a:gridCol w="2762250"/>
                <a:gridCol w="5048250"/>
                <a:gridCol w="3143250"/>
                <a:gridCol w="2914650"/>
              </a:tblGrid>
              <a:tr h="609600">
                <a:tc>
                  <a:txBody>
                    <a:bodyPr lIns="142875" tIns="142875" rIns="142875" bIns="142875"/>
                    <a:lstStyle/>
                    <a:p>
                      <a:r>
                        <a:rPr sz="1950" b="1">
                          <a:solidFill>
                            <a:srgbClr val="277747"/>
                          </a:solidFill>
                          <a:latin typeface="DejaVu Sans"/>
                          <a:ea typeface="DejaVu Sans"/>
                          <a:cs typeface="DejaVu Sans"/>
                        </a:rPr>
                        <a:t>Herramienta</a:t>
                      </a:r>
                    </a:p>
                  </a:txBody>
                  <a:tcPr marL="91440" marR="91440" marT="45720" marB="45720">
                    <a:lnL w="9525">
                      <a:solidFill>
                        <a:srgbClr val="CEDDD3"/>
                      </a:solidFill>
                      <a:prstDash val="solid"/>
                    </a:lnL>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Experiencia visual</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Precio orientativo</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Montaje</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r>
              <a:tr h="1085850">
                <a:tc>
                  <a:txBody>
                    <a:bodyPr lIns="142875" tIns="142875" rIns="142875" bIns="142875"/>
                    <a:lstStyle/>
                    <a:p>
                      <a:r>
                        <a:rPr sz="1800" b="0">
                          <a:solidFill>
                            <a:srgbClr val="173B31"/>
                          </a:solidFill>
                          <a:latin typeface="DejaVu Sans"/>
                          <a:ea typeface="DejaVu Sans"/>
                          <a:cs typeface="DejaVu Sans"/>
                        </a:rPr>
                        <a:t>TouchDesigner</a:t>
                      </a:r>
                    </a:p>
                    <a:p>
                      <a:r>
                        <a:rPr sz="1800" b="0">
                          <a:solidFill>
                            <a:srgbClr val="173B31"/>
                          </a:solidFill>
                          <a:latin typeface="DejaVu Sans"/>
                          <a:ea typeface="DejaVu Sans"/>
                          <a:cs typeface="DejaVu Sans"/>
                        </a:rPr>
                        <a:t>Commercial</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Partículas y visuales reactivos.</a:t>
                      </a:r>
                    </a:p>
                    <a:p>
                      <a:r>
                        <a:rPr sz="1800" b="0">
                          <a:solidFill>
                            <a:srgbClr val="173B31"/>
                          </a:solidFill>
                          <a:latin typeface="DejaVu Sans"/>
                          <a:ea typeface="DejaVu Sans"/>
                          <a:cs typeface="DejaVu Sans"/>
                        </a:rPr>
                        <a:t>Permite una escena a medida.</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USD 600 / licencia</a:t>
                      </a:r>
                    </a:p>
                    <a:p>
                      <a:r>
                        <a:rPr sz="1800" b="0">
                          <a:solidFill>
                            <a:srgbClr val="173B31"/>
                          </a:solidFill>
                          <a:latin typeface="DejaVu Sans"/>
                          <a:ea typeface="DejaVu Sans"/>
                          <a:cs typeface="DejaVu Sans"/>
                        </a:rPr>
                        <a:t>Actualizaciones: validar</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Especialista</a:t>
                      </a:r>
                    </a:p>
                    <a:p>
                      <a:r>
                        <a:rPr sz="1800" b="0">
                          <a:solidFill>
                            <a:srgbClr val="173B31"/>
                          </a:solidFill>
                          <a:latin typeface="DejaVu Sans"/>
                          <a:ea typeface="DejaVu Sans"/>
                          <a:cs typeface="DejaVu Sans"/>
                        </a:rPr>
                        <a:t>GPU y ensayo</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Notch RFX</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Efectos 3D en tiempo real</a:t>
                      </a:r>
                    </a:p>
                    <a:p>
                      <a:r>
                        <a:rPr sz="1800" b="0">
                          <a:solidFill>
                            <a:srgbClr val="173B31"/>
                          </a:solidFill>
                          <a:latin typeface="DejaVu Sans"/>
                          <a:ea typeface="DejaVu Sans"/>
                          <a:cs typeface="DejaVu Sans"/>
                        </a:rPr>
                        <a:t>e instalaciones interactivas.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USD 315 / mes</a:t>
                      </a:r>
                    </a:p>
                    <a:p>
                      <a:r>
                        <a:rPr sz="1800" b="0">
                          <a:solidFill>
                            <a:srgbClr val="173B31"/>
                          </a:solidFill>
                          <a:latin typeface="DejaVu Sans"/>
                          <a:ea typeface="DejaVu Sans"/>
                          <a:cs typeface="DejaVu Sans"/>
                        </a:rPr>
                        <a:t>o USD 2.589 / año</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Producción AV</a:t>
                      </a:r>
                    </a:p>
                    <a:p>
                      <a:r>
                        <a:rPr sz="1800" b="0">
                          <a:solidFill>
                            <a:srgbClr val="173B31"/>
                          </a:solidFill>
                          <a:latin typeface="DejaVu Sans"/>
                          <a:ea typeface="DejaVu Sans"/>
                          <a:cs typeface="DejaVu Sans"/>
                        </a:rPr>
                        <a:t>Licencia de salida: validar</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Resolume Arena</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Mezcla de video, pantallas</a:t>
                      </a:r>
                    </a:p>
                    <a:p>
                      <a:r>
                        <a:rPr sz="1800" b="0">
                          <a:solidFill>
                            <a:srgbClr val="173B31"/>
                          </a:solidFill>
                          <a:latin typeface="DejaVu Sans"/>
                          <a:ea typeface="DejaVu Sans"/>
                          <a:cs typeface="DejaVu Sans"/>
                        </a:rPr>
                        <a:t>múltiples y projection mapping.</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EUR 799 / licencia</a:t>
                      </a:r>
                    </a:p>
                    <a:p>
                      <a:r>
                        <a:rPr sz="1800" b="0">
                          <a:solidFill>
                            <a:srgbClr val="173B31"/>
                          </a:solidFill>
                          <a:latin typeface="DejaVu Sans"/>
                          <a:ea typeface="DejaVu Sans"/>
                          <a:cs typeface="DejaVu Sans"/>
                        </a:rPr>
                        <a:t>12 meses de actualizaciones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Operador AV</a:t>
                      </a:r>
                    </a:p>
                    <a:p>
                      <a:r>
                        <a:rPr sz="1800" b="0">
                          <a:solidFill>
                            <a:srgbClr val="173B31"/>
                          </a:solidFill>
                          <a:latin typeface="DejaVu Sans"/>
                          <a:ea typeface="DejaVu Sans"/>
                          <a:cs typeface="DejaVu Sans"/>
                        </a:rPr>
                        <a:t>Configurar salidas</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Synesthesia Pro</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Escenas generativas reactivas</a:t>
                      </a:r>
                    </a:p>
                    <a:p>
                      <a:r>
                        <a:rPr sz="1800" b="0">
                          <a:solidFill>
                            <a:srgbClr val="173B31"/>
                          </a:solidFill>
                          <a:latin typeface="DejaVu Sans"/>
                          <a:ea typeface="DejaVu Sans"/>
                          <a:cs typeface="DejaVu Sans"/>
                        </a:rPr>
                        <a:t>al audio, con NDI y OSC.</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USD 399 / licencia</a:t>
                      </a:r>
                    </a:p>
                    <a:p>
                      <a:r>
                        <a:rPr sz="1800" b="0">
                          <a:solidFill>
                            <a:srgbClr val="173B31"/>
                          </a:solidFill>
                          <a:latin typeface="DejaVu Sans"/>
                          <a:ea typeface="DejaVu Sans"/>
                          <a:cs typeface="DejaVu Sans"/>
                        </a:rPr>
                        <a:t>Standard: USD 199</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Preparar escenas</a:t>
                      </a:r>
                    </a:p>
                    <a:p>
                      <a:r>
                        <a:rPr sz="1800" b="0">
                          <a:solidFill>
                            <a:srgbClr val="173B31"/>
                          </a:solidFill>
                          <a:latin typeface="DejaVu Sans"/>
                          <a:ea typeface="DejaVu Sans"/>
                          <a:cs typeface="DejaVu Sans"/>
                        </a:rPr>
                        <a:t>y fuente de audio</a:t>
                      </a:r>
                    </a:p>
                  </a:txBody>
                  <a:tcPr marL="91440" marR="91440" marT="45720" marB="45720">
                    <a:lnR w="9525">
                      <a:solidFill>
                        <a:srgbClr val="CEDDD3"/>
                      </a:solidFill>
                      <a:prstDash val="solid"/>
                    </a:lnR>
                    <a:lnB w="9525">
                      <a:solidFill>
                        <a:srgbClr val="CEDDD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22E60404-A876-4659-A888-9CDBA656AB73}"/>
              </a:ext>
            </a:extLst>
          </p:cNvPr>
          <p:cNvSpPr>
            <a:spLocks xmlns:a="http://schemas.openxmlformats.org/drawingml/2006/main" noGrp="1"/>
          </p:cNvSpPr>
          <p:nvPr/>
        </p:nvSpPr>
        <p:spPr>
          <a:xfrm xmlns:a="http://schemas.openxmlformats.org/drawingml/2006/main">
            <a:off x="714375" y="7543800"/>
            <a:ext cx="1376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277747"/>
                </a:solidFill>
                <a:latin typeface="DejaVu Sans"/>
                <a:ea typeface="DejaVu Sans"/>
                <a:cs typeface="DejaVu Sans"/>
              </a:defRPr>
            </a:defPPr>
            <a:lvl1pPr>
              <a:defRPr sz="1725" b="0">
                <a:solidFill>
                  <a:srgbClr val="277747"/>
                </a:solidFill>
                <a:latin typeface="DejaVu Sans"/>
                <a:ea typeface="DejaVu Sans"/>
                <a:cs typeface="DejaVu Sans"/>
              </a:defRPr>
            </a:lvl1pPr>
            <a:lvl2pPr>
              <a:defRPr sz="1725" b="0">
                <a:solidFill>
                  <a:srgbClr val="277747"/>
                </a:solidFill>
                <a:latin typeface="DejaVu Sans"/>
                <a:ea typeface="DejaVu Sans"/>
                <a:cs typeface="DejaVu Sans"/>
              </a:defRPr>
            </a:lvl2pPr>
            <a:lvl3pPr>
              <a:defRPr sz="1725" b="0">
                <a:solidFill>
                  <a:srgbClr val="277747"/>
                </a:solidFill>
                <a:latin typeface="DejaVu Sans"/>
                <a:ea typeface="DejaVu Sans"/>
                <a:cs typeface="DejaVu Sans"/>
              </a:defRPr>
            </a:lvl3pPr>
            <a:lvl4pPr>
              <a:defRPr sz="1725" b="0">
                <a:solidFill>
                  <a:srgbClr val="277747"/>
                </a:solidFill>
                <a:latin typeface="DejaVu Sans"/>
                <a:ea typeface="DejaVu Sans"/>
                <a:cs typeface="DejaVu Sans"/>
              </a:defRPr>
            </a:lvl4pPr>
            <a:lvl5pPr>
              <a:defRPr sz="1725" b="0">
                <a:solidFill>
                  <a:srgbClr val="277747"/>
                </a:solidFill>
                <a:latin typeface="DejaVu Sans"/>
                <a:ea typeface="DejaVu Sans"/>
                <a:cs typeface="DejaVu Sans"/>
              </a:defRPr>
            </a:lvl5pPr>
            <a:lvl6pPr>
              <a:defRPr sz="1725" b="0">
                <a:solidFill>
                  <a:srgbClr val="277747"/>
                </a:solidFill>
                <a:latin typeface="DejaVu Sans"/>
                <a:ea typeface="DejaVu Sans"/>
                <a:cs typeface="DejaVu Sans"/>
              </a:defRPr>
            </a:lvl6pPr>
            <a:lvl7pPr>
              <a:defRPr sz="1725" b="0">
                <a:solidFill>
                  <a:srgbClr val="277747"/>
                </a:solidFill>
                <a:latin typeface="DejaVu Sans"/>
                <a:ea typeface="DejaVu Sans"/>
                <a:cs typeface="DejaVu Sans"/>
              </a:defRPr>
            </a:lvl7pPr>
            <a:lvl8pPr>
              <a:defRPr sz="1725" b="0">
                <a:solidFill>
                  <a:srgbClr val="277747"/>
                </a:solidFill>
                <a:latin typeface="DejaVu Sans"/>
                <a:ea typeface="DejaVu Sans"/>
                <a:cs typeface="DejaVu Sans"/>
              </a:defRPr>
            </a:lvl8pPr>
            <a:lvl9pPr>
              <a:defRPr sz="1725" b="0">
                <a:solidFill>
                  <a:srgbClr val="277747"/>
                </a:solidFill>
                <a:latin typeface="DejaVu Sans"/>
                <a:ea typeface="DejaVu Sans"/>
                <a:cs typeface="DejaVu Sans"/>
              </a:defRPr>
            </a:lvl9pPr>
          </a:lstStyle>
          <a:p xmlns:a="http://schemas.openxmlformats.org/drawingml/2006/main">
            <a:pPr>
              <a:defRPr sz="1725" b="0">
                <a:solidFill>
                  <a:srgbClr val="277747"/>
                </a:solidFill>
                <a:latin typeface="DejaVu Sans"/>
                <a:ea typeface="DejaVu Sans"/>
                <a:cs typeface="DejaVu Sans"/>
              </a:defRPr>
            </a:pPr>
            <a:r>
              <a:rPr sz="1725" b="0">
                <a:solidFill>
                  <a:srgbClr val="277747"/>
                </a:solidFill>
                <a:latin typeface="DejaVu Sans"/>
                <a:ea typeface="DejaVu Sans"/>
                <a:cs typeface="DejaVu Sans"/>
              </a:rPr>
              <a:t>Para interpretar lo que se dice, estas opciones requieren conectar transcripción y análisis de conceptos.</a:t>
            </a:r>
          </a:p>
        </p:txBody>
      </p:sp>
    </p:spTree>
    <p:extLst>
      <p:ext uri="{BB962C8B-B14F-4D97-AF65-F5344CB8AC3E}">
        <p14:creationId xmlns:p14="http://schemas.microsoft.com/office/powerpoint/2010/main" val="16216689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904A6D4-846E-4888-AA9D-E245567FAAF1}"/>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Presentaciones dinámicas y participación</a:t>
            </a:r>
          </a:p>
        </p:txBody>
      </p:sp>
      <p:sp>
        <p:nvSpPr>
          <p:cNvPr id="2" name="text-1">
            <a:extLst xmlns:a="http://schemas.openxmlformats.org/drawingml/2006/main">
              <a:ext uri="{FF2B5EF4-FFF2-40B4-BE49-F238E27FC236}">
                <a16:creationId xmlns:a16="http://schemas.microsoft.com/office/drawing/2014/main" id="{5647A97C-2AF1-447B-8323-441AC338222F}"/>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Opciones comerciales para narrar, mostrar datos e involucrar al auditorio.</a:t>
            </a:r>
          </a:p>
        </p:txBody>
      </p:sp>
      <p:sp>
        <p:nvSpPr>
          <p:cNvPr id="3" name="text-2">
            <a:extLst xmlns:a="http://schemas.openxmlformats.org/drawingml/2006/main">
              <a:ext uri="{FF2B5EF4-FFF2-40B4-BE49-F238E27FC236}">
                <a16:creationId xmlns:a16="http://schemas.microsoft.com/office/drawing/2014/main" id="{762790B4-952C-47A7-B016-761C4354761A}"/>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19D19CCD-4BD4-4E8B-8BD6-1D97F1561848}"/>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13</a:t>
            </a:r>
          </a:p>
        </p:txBody>
      </p:sp>
      <p:graphicFrame>
        <p:nvGraphicFramePr>
          <p:cNvPr id="5" name="">
            <a:extLst xmlns:a="http://schemas.openxmlformats.org/drawingml/2006/main">
              <a:ext uri="{FF2B5EF4-FFF2-40B4-BE49-F238E27FC236}">
                <a16:creationId xmlns:a16="http://schemas.microsoft.com/office/drawing/2014/main" id="{F57F4D63-8231-4928-822A-90EDD62A4048}"/>
              </a:ext>
            </a:extLst>
          </p:cNvPr>
          <p:cNvGraphicFramePr/>
          <p:nvPr/>
        </p:nvGraphicFramePr>
        <p:xfrm>
          <a:off xmlns:a="http://schemas.openxmlformats.org/drawingml/2006/main" x="685800" y="2305050"/>
          <a:ext xmlns:a="http://schemas.openxmlformats.org/drawingml/2006/main" cx="13868400" cy="4953000"/>
        </p:xfrm>
        <a:graphic xmlns:a="http://schemas.openxmlformats.org/drawingml/2006/main">
          <a:graphicData uri="http://schemas.openxmlformats.org/drawingml/2006/table">
            <a:tbl>
              <a:tblPr/>
              <a:tblGrid>
                <a:gridCol w="2762250"/>
                <a:gridCol w="5048250"/>
                <a:gridCol w="3143250"/>
                <a:gridCol w="2914650"/>
              </a:tblGrid>
              <a:tr h="609600">
                <a:tc>
                  <a:txBody>
                    <a:bodyPr lIns="142875" tIns="142875" rIns="142875" bIns="142875"/>
                    <a:lstStyle/>
                    <a:p>
                      <a:r>
                        <a:rPr sz="1950" b="1">
                          <a:solidFill>
                            <a:srgbClr val="277747"/>
                          </a:solidFill>
                          <a:latin typeface="DejaVu Sans"/>
                          <a:ea typeface="DejaVu Sans"/>
                          <a:cs typeface="DejaVu Sans"/>
                        </a:rPr>
                        <a:t>Herramienta</a:t>
                      </a:r>
                    </a:p>
                  </a:txBody>
                  <a:tcPr marL="91440" marR="91440" marT="45720" marB="45720">
                    <a:lnL w="9525">
                      <a:solidFill>
                        <a:srgbClr val="CEDDD3"/>
                      </a:solidFill>
                      <a:prstDash val="solid"/>
                    </a:lnL>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Experiencia visual</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Plan de pago</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c>
                  <a:txBody>
                    <a:bodyPr lIns="142875" tIns="142875" rIns="142875" bIns="142875"/>
                    <a:lstStyle/>
                    <a:p>
                      <a:r>
                        <a:rPr sz="1950" b="1">
                          <a:solidFill>
                            <a:srgbClr val="277747"/>
                          </a:solidFill>
                          <a:latin typeface="DejaVu Sans"/>
                          <a:ea typeface="DejaVu Sans"/>
                          <a:cs typeface="DejaVu Sans"/>
                        </a:rPr>
                        <a:t>Uso propuesto</a:t>
                      </a:r>
                    </a:p>
                  </a:txBody>
                  <a:tcPr marL="91440" marR="91440" marT="45720" marB="45720">
                    <a:lnR w="9525">
                      <a:solidFill>
                        <a:srgbClr val="CEDDD3"/>
                      </a:solidFill>
                      <a:prstDash val="solid"/>
                    </a:lnR>
                    <a:lnT w="9525">
                      <a:solidFill>
                        <a:srgbClr val="CEDDD3"/>
                      </a:solidFill>
                      <a:prstDash val="solid"/>
                    </a:lnT>
                    <a:lnB w="9525">
                      <a:solidFill>
                        <a:srgbClr val="CEDDD3"/>
                      </a:solidFill>
                      <a:prstDash val="solid"/>
                    </a:lnB>
                    <a:solidFill>
                      <a:srgbClr val="E6F1E9"/>
                    </a:solidFill>
                  </a:tcPr>
                </a:tc>
              </a:tr>
              <a:tr h="1085850">
                <a:tc>
                  <a:txBody>
                    <a:bodyPr lIns="142875" tIns="142875" rIns="142875" bIns="142875"/>
                    <a:lstStyle/>
                    <a:p>
                      <a:r>
                        <a:rPr sz="1800" b="0">
                          <a:solidFill>
                            <a:srgbClr val="173B31"/>
                          </a:solidFill>
                          <a:latin typeface="DejaVu Sans"/>
                          <a:ea typeface="DejaVu Sans"/>
                          <a:cs typeface="DejaVu Sans"/>
                        </a:rPr>
                        <a:t>Prezi</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Lienzo navegable, acercamientos</a:t>
                      </a:r>
                    </a:p>
                    <a:p>
                      <a:r>
                        <a:rPr sz="1800" b="0">
                          <a:solidFill>
                            <a:srgbClr val="173B31"/>
                          </a:solidFill>
                          <a:latin typeface="DejaVu Sans"/>
                          <a:ea typeface="DejaVu Sans"/>
                          <a:cs typeface="DejaVu Sans"/>
                        </a:rPr>
                        <a:t>y relato visual de conceptos.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Desde USD 7 / mes</a:t>
                      </a:r>
                    </a:p>
                    <a:p>
                      <a:r>
                        <a:rPr sz="1800" b="0">
                          <a:solidFill>
                            <a:srgbClr val="173B31"/>
                          </a:solidFill>
                          <a:latin typeface="DejaVu Sans"/>
                          <a:ea typeface="DejaVu Sans"/>
                          <a:cs typeface="DejaVu Sans"/>
                        </a:rPr>
                        <a:t>USD 84 / año</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Relato ejecutivo</a:t>
                      </a:r>
                    </a:p>
                    <a:p>
                      <a:r>
                        <a:rPr sz="1800" b="0">
                          <a:solidFill>
                            <a:srgbClr val="173B31"/>
                          </a:solidFill>
                          <a:latin typeface="DejaVu Sans"/>
                          <a:ea typeface="DejaVu Sans"/>
                          <a:cs typeface="DejaVu Sans"/>
                        </a:rPr>
                        <a:t>y recorrido temático</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Genially Master</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Presentaciones animadas,</a:t>
                      </a:r>
                    </a:p>
                    <a:p>
                      <a:r>
                        <a:rPr sz="1800" b="0">
                          <a:solidFill>
                            <a:srgbClr val="173B31"/>
                          </a:solidFill>
                          <a:latin typeface="DejaVu Sans"/>
                          <a:ea typeface="DejaVu Sans"/>
                          <a:cs typeface="DejaVu Sans"/>
                        </a:rPr>
                        <a:t>interacciones y preguntas.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EUR 20 / mes</a:t>
                      </a:r>
                    </a:p>
                    <a:p>
                      <a:r>
                        <a:rPr sz="1800" b="0">
                          <a:solidFill>
                            <a:srgbClr val="173B31"/>
                          </a:solidFill>
                          <a:latin typeface="DejaVu Sans"/>
                          <a:ea typeface="DejaVu Sans"/>
                          <a:cs typeface="DejaVu Sans"/>
                        </a:rPr>
                        <a:t>EUR 240 / año</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Exploración visual</a:t>
                      </a:r>
                    </a:p>
                    <a:p>
                      <a:r>
                        <a:rPr sz="1800" b="0">
                          <a:solidFill>
                            <a:srgbClr val="173B31"/>
                          </a:solidFill>
                          <a:latin typeface="DejaVu Sans"/>
                          <a:ea typeface="DejaVu Sans"/>
                          <a:cs typeface="DejaVu Sans"/>
                        </a:rPr>
                        <a:t>con facilitador</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Flourish Publisher</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Mapas, gráficos interactivos</a:t>
                      </a:r>
                    </a:p>
                    <a:p>
                      <a:r>
                        <a:rPr sz="1800" b="0">
                          <a:solidFill>
                            <a:srgbClr val="173B31"/>
                          </a:solidFill>
                          <a:latin typeface="DejaVu Sans"/>
                          <a:ea typeface="DejaVu Sans"/>
                          <a:cs typeface="DejaVu Sans"/>
                        </a:rPr>
                        <a:t>y relatos con datos.</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Precio por cotización</a:t>
                      </a:r>
                    </a:p>
                    <a:p>
                      <a:r>
                        <a:rPr sz="1800" b="0">
                          <a:solidFill>
                            <a:srgbClr val="173B31"/>
                          </a:solidFill>
                          <a:latin typeface="DejaVu Sans"/>
                          <a:ea typeface="DejaVu Sans"/>
                          <a:cs typeface="DejaVu Sans"/>
                        </a:rPr>
                        <a:t>Plan Publisher</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Datos ambientales</a:t>
                      </a:r>
                    </a:p>
                    <a:p>
                      <a:r>
                        <a:rPr sz="1800" b="0">
                          <a:solidFill>
                            <a:srgbClr val="173B31"/>
                          </a:solidFill>
                          <a:latin typeface="DejaVu Sans"/>
                          <a:ea typeface="DejaVu Sans"/>
                          <a:cs typeface="DejaVu Sans"/>
                        </a:rPr>
                        <a:t>y síntesis visual</a:t>
                      </a:r>
                    </a:p>
                  </a:txBody>
                  <a:tcPr marL="91440" marR="91440" marT="45720" marB="45720">
                    <a:lnR w="9525">
                      <a:solidFill>
                        <a:srgbClr val="CEDDD3"/>
                      </a:solidFill>
                      <a:prstDash val="solid"/>
                    </a:lnR>
                    <a:lnB w="9525">
                      <a:solidFill>
                        <a:srgbClr val="CEDDD3"/>
                      </a:solidFill>
                      <a:prstDash val="solid"/>
                    </a:lnB>
                    <a:solidFill>
                      <a:srgbClr val="FFFFFF"/>
                    </a:solidFill>
                  </a:tcPr>
                </a:tc>
              </a:tr>
              <a:tr h="1085850">
                <a:tc>
                  <a:txBody>
                    <a:bodyPr lIns="142875" tIns="142875" rIns="142875" bIns="142875"/>
                    <a:lstStyle/>
                    <a:p>
                      <a:r>
                        <a:rPr sz="1800" b="0">
                          <a:solidFill>
                            <a:srgbClr val="173B31"/>
                          </a:solidFill>
                          <a:latin typeface="DejaVu Sans"/>
                          <a:ea typeface="DejaVu Sans"/>
                          <a:cs typeface="DejaVu Sans"/>
                        </a:rPr>
                        <a:t>Mentimeter Pro</a:t>
                      </a:r>
                    </a:p>
                  </a:txBody>
                  <a:tcPr marL="91440" marR="91440" marT="45720" marB="45720">
                    <a:lnL w="9525">
                      <a:solidFill>
                        <a:srgbClr val="CEDDD3"/>
                      </a:solidFill>
                      <a:prstDash val="solid"/>
                    </a:lnL>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Nubes de palabras, encuestas</a:t>
                      </a:r>
                    </a:p>
                    <a:p>
                      <a:r>
                        <a:rPr sz="1800" b="0">
                          <a:solidFill>
                            <a:srgbClr val="173B31"/>
                          </a:solidFill>
                          <a:latin typeface="DejaVu Sans"/>
                          <a:ea typeface="DejaVu Sans"/>
                          <a:cs typeface="DejaVu Sans"/>
                        </a:rPr>
                        <a:t>y preguntas en vivo.</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Suscripción anual</a:t>
                      </a:r>
                    </a:p>
                    <a:p>
                      <a:r>
                        <a:rPr sz="1800" b="0">
                          <a:solidFill>
                            <a:srgbClr val="173B31"/>
                          </a:solidFill>
                          <a:latin typeface="DejaVu Sans"/>
                          <a:ea typeface="DejaVu Sans"/>
                          <a:cs typeface="DejaVu Sans"/>
                        </a:rPr>
                        <a:t>Consultar tarifa vigente</a:t>
                      </a:r>
                    </a:p>
                  </a:txBody>
                  <a:tcPr marL="91440" marR="91440" marT="45720" marB="45720">
                    <a:lnR w="9525">
                      <a:solidFill>
                        <a:srgbClr val="CEDDD3"/>
                      </a:solidFill>
                      <a:prstDash val="solid"/>
                    </a:lnR>
                    <a:lnB w="9525">
                      <a:solidFill>
                        <a:srgbClr val="CEDDD3"/>
                      </a:solidFill>
                      <a:prstDash val="solid"/>
                    </a:lnB>
                    <a:solidFill>
                      <a:srgbClr val="FFFFFF"/>
                    </a:solidFill>
                  </a:tcPr>
                </a:tc>
                <a:tc>
                  <a:txBody>
                    <a:bodyPr lIns="142875" tIns="142875" rIns="142875" bIns="142875"/>
                    <a:lstStyle/>
                    <a:p>
                      <a:r>
                        <a:rPr sz="1800" b="0">
                          <a:solidFill>
                            <a:srgbClr val="173B31"/>
                          </a:solidFill>
                          <a:latin typeface="DejaVu Sans"/>
                          <a:ea typeface="DejaVu Sans"/>
                          <a:cs typeface="DejaVu Sans"/>
                        </a:rPr>
                        <a:t>Participación</a:t>
                      </a:r>
                    </a:p>
                    <a:p>
                      <a:r>
                        <a:rPr sz="1800" b="0">
                          <a:solidFill>
                            <a:srgbClr val="173B31"/>
                          </a:solidFill>
                          <a:latin typeface="DejaVu Sans"/>
                          <a:ea typeface="DejaVu Sans"/>
                          <a:cs typeface="DejaVu Sans"/>
                        </a:rPr>
                        <a:t>del auditorio</a:t>
                      </a:r>
                    </a:p>
                  </a:txBody>
                  <a:tcPr marL="91440" marR="91440" marT="45720" marB="45720">
                    <a:lnR w="9525">
                      <a:solidFill>
                        <a:srgbClr val="CEDDD3"/>
                      </a:solidFill>
                      <a:prstDash val="solid"/>
                    </a:lnR>
                    <a:lnB w="9525">
                      <a:solidFill>
                        <a:srgbClr val="CEDDD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E9F4A081-3394-432E-9D1E-830A86ADFD20}"/>
              </a:ext>
            </a:extLst>
          </p:cNvPr>
          <p:cNvSpPr>
            <a:spLocks xmlns:a="http://schemas.openxmlformats.org/drawingml/2006/main" noGrp="1"/>
          </p:cNvSpPr>
          <p:nvPr/>
        </p:nvSpPr>
        <p:spPr>
          <a:xfrm xmlns:a="http://schemas.openxmlformats.org/drawingml/2006/main">
            <a:off x="714375" y="7543800"/>
            <a:ext cx="1376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36A62"/>
                </a:solidFill>
                <a:latin typeface="DejaVu Sans"/>
                <a:ea typeface="DejaVu Sans"/>
                <a:cs typeface="DejaVu Sans"/>
              </a:defRPr>
            </a:defPPr>
            <a:lvl1pPr>
              <a:defRPr sz="1650" b="0">
                <a:solidFill>
                  <a:srgbClr val="536A62"/>
                </a:solidFill>
                <a:latin typeface="DejaVu Sans"/>
                <a:ea typeface="DejaVu Sans"/>
                <a:cs typeface="DejaVu Sans"/>
              </a:defRPr>
            </a:lvl1pPr>
            <a:lvl2pPr>
              <a:defRPr sz="1650" b="0">
                <a:solidFill>
                  <a:srgbClr val="536A62"/>
                </a:solidFill>
                <a:latin typeface="DejaVu Sans"/>
                <a:ea typeface="DejaVu Sans"/>
                <a:cs typeface="DejaVu Sans"/>
              </a:defRPr>
            </a:lvl2pPr>
            <a:lvl3pPr>
              <a:defRPr sz="1650" b="0">
                <a:solidFill>
                  <a:srgbClr val="536A62"/>
                </a:solidFill>
                <a:latin typeface="DejaVu Sans"/>
                <a:ea typeface="DejaVu Sans"/>
                <a:cs typeface="DejaVu Sans"/>
              </a:defRPr>
            </a:lvl3pPr>
            <a:lvl4pPr>
              <a:defRPr sz="1650" b="0">
                <a:solidFill>
                  <a:srgbClr val="536A62"/>
                </a:solidFill>
                <a:latin typeface="DejaVu Sans"/>
                <a:ea typeface="DejaVu Sans"/>
                <a:cs typeface="DejaVu Sans"/>
              </a:defRPr>
            </a:lvl4pPr>
            <a:lvl5pPr>
              <a:defRPr sz="1650" b="0">
                <a:solidFill>
                  <a:srgbClr val="536A62"/>
                </a:solidFill>
                <a:latin typeface="DejaVu Sans"/>
                <a:ea typeface="DejaVu Sans"/>
                <a:cs typeface="DejaVu Sans"/>
              </a:defRPr>
            </a:lvl5pPr>
            <a:lvl6pPr>
              <a:defRPr sz="1650" b="0">
                <a:solidFill>
                  <a:srgbClr val="536A62"/>
                </a:solidFill>
                <a:latin typeface="DejaVu Sans"/>
                <a:ea typeface="DejaVu Sans"/>
                <a:cs typeface="DejaVu Sans"/>
              </a:defRPr>
            </a:lvl6pPr>
            <a:lvl7pPr>
              <a:defRPr sz="1650" b="0">
                <a:solidFill>
                  <a:srgbClr val="536A62"/>
                </a:solidFill>
                <a:latin typeface="DejaVu Sans"/>
                <a:ea typeface="DejaVu Sans"/>
                <a:cs typeface="DejaVu Sans"/>
              </a:defRPr>
            </a:lvl7pPr>
            <a:lvl8pPr>
              <a:defRPr sz="1650" b="0">
                <a:solidFill>
                  <a:srgbClr val="536A62"/>
                </a:solidFill>
                <a:latin typeface="DejaVu Sans"/>
                <a:ea typeface="DejaVu Sans"/>
                <a:cs typeface="DejaVu Sans"/>
              </a:defRPr>
            </a:lvl8pPr>
            <a:lvl9pPr>
              <a:defRPr sz="1650" b="0">
                <a:solidFill>
                  <a:srgbClr val="536A62"/>
                </a:solidFill>
                <a:latin typeface="DejaVu Sans"/>
                <a:ea typeface="DejaVu Sans"/>
                <a:cs typeface="DejaVu Sans"/>
              </a:defRPr>
            </a:lvl9pPr>
          </a:lstStyle>
          <a:p xmlns:a="http://schemas.openxmlformats.org/drawingml/2006/main">
            <a:pPr>
              <a:defRPr sz="1650" b="0">
                <a:solidFill>
                  <a:srgbClr val="536A62"/>
                </a:solidFill>
                <a:latin typeface="DejaVu Sans"/>
                <a:ea typeface="DejaVu Sans"/>
                <a:cs typeface="DejaVu Sans"/>
              </a:defRPr>
            </a:pPr>
            <a:r>
              <a:rPr sz="1650" b="0">
                <a:solidFill>
                  <a:srgbClr val="536A62"/>
                </a:solidFill>
                <a:latin typeface="DejaVu Sans"/>
                <a:ea typeface="DejaVu Sans"/>
                <a:cs typeface="DejaVu Sans"/>
              </a:rPr>
              <a:t>Precios revisados al 23 oct. 2026. Las tarifas mensuales de Prezi y Genially corresponden a pago anual.</a:t>
            </a:r>
          </a:p>
        </p:txBody>
      </p:sp>
    </p:spTree>
    <p:extLst>
      <p:ext uri="{BB962C8B-B14F-4D97-AF65-F5344CB8AC3E}">
        <p14:creationId xmlns:p14="http://schemas.microsoft.com/office/powerpoint/2010/main" val="11662413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DA2469DD-C458-4B28-A825-4432C4C5D91D}"/>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Selección recomendada para MinAmbiente</a:t>
            </a:r>
          </a:p>
        </p:txBody>
      </p:sp>
      <p:sp>
        <p:nvSpPr>
          <p:cNvPr id="2" name="text-1">
            <a:extLst xmlns:a="http://schemas.openxmlformats.org/drawingml/2006/main">
              <a:ext uri="{FF2B5EF4-FFF2-40B4-BE49-F238E27FC236}">
                <a16:creationId xmlns:a16="http://schemas.microsoft.com/office/drawing/2014/main" id="{14BBFA98-355D-4DAE-B6F8-02C7682DA9E1}"/>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Propuesta según el efecto que se quiera lograr y el tiempo disponible para el montaje.</a:t>
            </a:r>
          </a:p>
        </p:txBody>
      </p:sp>
      <p:sp>
        <p:nvSpPr>
          <p:cNvPr id="3" name="text-2">
            <a:extLst xmlns:a="http://schemas.openxmlformats.org/drawingml/2006/main">
              <a:ext uri="{FF2B5EF4-FFF2-40B4-BE49-F238E27FC236}">
                <a16:creationId xmlns:a16="http://schemas.microsoft.com/office/drawing/2014/main" id="{AE695FCD-1B0C-452E-BBFC-0DBAB638FA18}"/>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2858ED30-B084-44B3-BE68-4E4ACD527399}"/>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14</a:t>
            </a:r>
          </a:p>
        </p:txBody>
      </p:sp>
      <p:sp>
        <p:nvSpPr>
          <p:cNvPr id="5" name="text-4">
            <a:extLst xmlns:a="http://schemas.openxmlformats.org/drawingml/2006/main">
              <a:ext uri="{FF2B5EF4-FFF2-40B4-BE49-F238E27FC236}">
                <a16:creationId xmlns:a16="http://schemas.microsoft.com/office/drawing/2014/main" id="{3BE4C0E7-23FE-4F81-BCF2-1D185C0D05BB}"/>
              </a:ext>
            </a:extLst>
          </p:cNvPr>
          <p:cNvSpPr>
            <a:spLocks xmlns:a="http://schemas.openxmlformats.org/drawingml/2006/main" noGrp="1"/>
          </p:cNvSpPr>
          <p:nvPr/>
        </p:nvSpPr>
        <p:spPr>
          <a:xfrm xmlns:a="http://schemas.openxmlformats.org/drawingml/2006/main">
            <a:off x="762000" y="2333625"/>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277747"/>
                </a:solidFill>
                <a:latin typeface="DejaVu Sans"/>
                <a:ea typeface="DejaVu Sans"/>
                <a:cs typeface="DejaVu Sans"/>
              </a:defRPr>
            </a:defPPr>
            <a:lvl1pPr>
              <a:defRPr sz="2250" b="1">
                <a:solidFill>
                  <a:srgbClr val="277747"/>
                </a:solidFill>
                <a:latin typeface="DejaVu Sans"/>
                <a:ea typeface="DejaVu Sans"/>
                <a:cs typeface="DejaVu Sans"/>
              </a:defRPr>
            </a:lvl1pPr>
            <a:lvl2pPr>
              <a:defRPr sz="2250" b="1">
                <a:solidFill>
                  <a:srgbClr val="277747"/>
                </a:solidFill>
                <a:latin typeface="DejaVu Sans"/>
                <a:ea typeface="DejaVu Sans"/>
                <a:cs typeface="DejaVu Sans"/>
              </a:defRPr>
            </a:lvl2pPr>
            <a:lvl3pPr>
              <a:defRPr sz="2250" b="1">
                <a:solidFill>
                  <a:srgbClr val="277747"/>
                </a:solidFill>
                <a:latin typeface="DejaVu Sans"/>
                <a:ea typeface="DejaVu Sans"/>
                <a:cs typeface="DejaVu Sans"/>
              </a:defRPr>
            </a:lvl3pPr>
            <a:lvl4pPr>
              <a:defRPr sz="2250" b="1">
                <a:solidFill>
                  <a:srgbClr val="277747"/>
                </a:solidFill>
                <a:latin typeface="DejaVu Sans"/>
                <a:ea typeface="DejaVu Sans"/>
                <a:cs typeface="DejaVu Sans"/>
              </a:defRPr>
            </a:lvl4pPr>
            <a:lvl5pPr>
              <a:defRPr sz="2250" b="1">
                <a:solidFill>
                  <a:srgbClr val="277747"/>
                </a:solidFill>
                <a:latin typeface="DejaVu Sans"/>
                <a:ea typeface="DejaVu Sans"/>
                <a:cs typeface="DejaVu Sans"/>
              </a:defRPr>
            </a:lvl5pPr>
            <a:lvl6pPr>
              <a:defRPr sz="2250" b="1">
                <a:solidFill>
                  <a:srgbClr val="277747"/>
                </a:solidFill>
                <a:latin typeface="DejaVu Sans"/>
                <a:ea typeface="DejaVu Sans"/>
                <a:cs typeface="DejaVu Sans"/>
              </a:defRPr>
            </a:lvl6pPr>
            <a:lvl7pPr>
              <a:defRPr sz="2250" b="1">
                <a:solidFill>
                  <a:srgbClr val="277747"/>
                </a:solidFill>
                <a:latin typeface="DejaVu Sans"/>
                <a:ea typeface="DejaVu Sans"/>
                <a:cs typeface="DejaVu Sans"/>
              </a:defRPr>
            </a:lvl7pPr>
            <a:lvl8pPr>
              <a:defRPr sz="2250" b="1">
                <a:solidFill>
                  <a:srgbClr val="277747"/>
                </a:solidFill>
                <a:latin typeface="DejaVu Sans"/>
                <a:ea typeface="DejaVu Sans"/>
                <a:cs typeface="DejaVu Sans"/>
              </a:defRPr>
            </a:lvl8pPr>
            <a:lvl9pPr>
              <a:defRPr sz="2250" b="1">
                <a:solidFill>
                  <a:srgbClr val="277747"/>
                </a:solidFill>
                <a:latin typeface="DejaVu Sans"/>
                <a:ea typeface="DejaVu Sans"/>
                <a:cs typeface="DejaVu Sans"/>
              </a:defRPr>
            </a:lvl9pPr>
          </a:lstStyle>
          <a:p xmlns:a="http://schemas.openxmlformats.org/drawingml/2006/main">
            <a:pPr>
              <a:defRPr sz="2250" b="1">
                <a:solidFill>
                  <a:srgbClr val="277747"/>
                </a:solidFill>
                <a:latin typeface="DejaVu Sans"/>
                <a:ea typeface="DejaVu Sans"/>
                <a:cs typeface="DejaVu Sans"/>
              </a:defRPr>
            </a:pPr>
            <a:r>
              <a:rPr sz="2250" b="1">
                <a:solidFill>
                  <a:srgbClr val="277747"/>
                </a:solidFill>
                <a:latin typeface="DejaVu Sans"/>
                <a:ea typeface="DejaVu Sans"/>
                <a:cs typeface="DejaVu Sans"/>
              </a:rPr>
              <a:t>Conversación visual a medida</a:t>
            </a:r>
          </a:p>
        </p:txBody>
      </p:sp>
      <p:sp>
        <p:nvSpPr>
          <p:cNvPr id="6" name="text-5">
            <a:extLst xmlns:a="http://schemas.openxmlformats.org/drawingml/2006/main">
              <a:ext uri="{FF2B5EF4-FFF2-40B4-BE49-F238E27FC236}">
                <a16:creationId xmlns:a16="http://schemas.microsoft.com/office/drawing/2014/main" id="{5940885B-E629-4B82-AEC2-135A455C08B6}"/>
              </a:ext>
            </a:extLst>
          </p:cNvPr>
          <p:cNvSpPr>
            <a:spLocks xmlns:a="http://schemas.openxmlformats.org/drawingml/2006/main" noGrp="1"/>
          </p:cNvSpPr>
          <p:nvPr/>
        </p:nvSpPr>
        <p:spPr>
          <a:xfrm xmlns:a="http://schemas.openxmlformats.org/drawingml/2006/main">
            <a:off x="6477000" y="233362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73B31"/>
                </a:solidFill>
                <a:latin typeface="DejaVu Sans"/>
                <a:ea typeface="DejaVu Sans"/>
                <a:cs typeface="DejaVu Sans"/>
              </a:defRPr>
            </a:defPPr>
            <a:lvl1pPr>
              <a:defRPr sz="2100" b="0">
                <a:solidFill>
                  <a:srgbClr val="173B31"/>
                </a:solidFill>
                <a:latin typeface="DejaVu Sans"/>
                <a:ea typeface="DejaVu Sans"/>
                <a:cs typeface="DejaVu Sans"/>
              </a:defRPr>
            </a:lvl1pPr>
            <a:lvl2pPr>
              <a:defRPr sz="2100" b="0">
                <a:solidFill>
                  <a:srgbClr val="173B31"/>
                </a:solidFill>
                <a:latin typeface="DejaVu Sans"/>
                <a:ea typeface="DejaVu Sans"/>
                <a:cs typeface="DejaVu Sans"/>
              </a:defRPr>
            </a:lvl2pPr>
            <a:lvl3pPr>
              <a:defRPr sz="2100" b="0">
                <a:solidFill>
                  <a:srgbClr val="173B31"/>
                </a:solidFill>
                <a:latin typeface="DejaVu Sans"/>
                <a:ea typeface="DejaVu Sans"/>
                <a:cs typeface="DejaVu Sans"/>
              </a:defRPr>
            </a:lvl3pPr>
            <a:lvl4pPr>
              <a:defRPr sz="2100" b="0">
                <a:solidFill>
                  <a:srgbClr val="173B31"/>
                </a:solidFill>
                <a:latin typeface="DejaVu Sans"/>
                <a:ea typeface="DejaVu Sans"/>
                <a:cs typeface="DejaVu Sans"/>
              </a:defRPr>
            </a:lvl4pPr>
            <a:lvl5pPr>
              <a:defRPr sz="2100" b="0">
                <a:solidFill>
                  <a:srgbClr val="173B31"/>
                </a:solidFill>
                <a:latin typeface="DejaVu Sans"/>
                <a:ea typeface="DejaVu Sans"/>
                <a:cs typeface="DejaVu Sans"/>
              </a:defRPr>
            </a:lvl5pPr>
            <a:lvl6pPr>
              <a:defRPr sz="2100" b="0">
                <a:solidFill>
                  <a:srgbClr val="173B31"/>
                </a:solidFill>
                <a:latin typeface="DejaVu Sans"/>
                <a:ea typeface="DejaVu Sans"/>
                <a:cs typeface="DejaVu Sans"/>
              </a:defRPr>
            </a:lvl6pPr>
            <a:lvl7pPr>
              <a:defRPr sz="2100" b="0">
                <a:solidFill>
                  <a:srgbClr val="173B31"/>
                </a:solidFill>
                <a:latin typeface="DejaVu Sans"/>
                <a:ea typeface="DejaVu Sans"/>
                <a:cs typeface="DejaVu Sans"/>
              </a:defRPr>
            </a:lvl7pPr>
            <a:lvl8pPr>
              <a:defRPr sz="2100" b="0">
                <a:solidFill>
                  <a:srgbClr val="173B31"/>
                </a:solidFill>
                <a:latin typeface="DejaVu Sans"/>
                <a:ea typeface="DejaVu Sans"/>
                <a:cs typeface="DejaVu Sans"/>
              </a:defRPr>
            </a:lvl8pPr>
            <a:lvl9pPr>
              <a:defRPr sz="2100" b="0">
                <a:solidFill>
                  <a:srgbClr val="173B31"/>
                </a:solidFill>
                <a:latin typeface="DejaVu Sans"/>
                <a:ea typeface="DejaVu Sans"/>
                <a:cs typeface="DejaVu Sans"/>
              </a:defRPr>
            </a:lvl9pPr>
          </a:lstStyle>
          <a:p xmlns:a="http://schemas.openxmlformats.org/drawingml/2006/main">
            <a:pPr>
              <a:defRPr sz="2100" b="0">
                <a:solidFill>
                  <a:srgbClr val="173B31"/>
                </a:solidFill>
                <a:latin typeface="DejaVu Sans"/>
                <a:ea typeface="DejaVu Sans"/>
                <a:cs typeface="DejaVu Sans"/>
              </a:defRPr>
            </a:pPr>
            <a:r>
              <a:rPr sz="2100" b="0">
                <a:solidFill>
                  <a:srgbClr val="173B31"/>
                </a:solidFill>
                <a:latin typeface="DejaVu Sans"/>
                <a:ea typeface="DejaVu Sans"/>
                <a:cs typeface="DejaVu Sans"/>
              </a:rPr>
              <a:t>HTML actual como demostración. TouchDesigner si se busca una producción generativa más elaborada.</a:t>
            </a:r>
          </a:p>
        </p:txBody>
      </p:sp>
      <p:sp>
        <p:nvSpPr>
          <p:cNvPr id="7" name="text-6">
            <a:extLst xmlns:a="http://schemas.openxmlformats.org/drawingml/2006/main">
              <a:ext uri="{FF2B5EF4-FFF2-40B4-BE49-F238E27FC236}">
                <a16:creationId xmlns:a16="http://schemas.microsoft.com/office/drawing/2014/main" id="{406A5515-73E5-451B-A72B-5EBD1E5087A9}"/>
              </a:ext>
            </a:extLst>
          </p:cNvPr>
          <p:cNvSpPr>
            <a:spLocks xmlns:a="http://schemas.openxmlformats.org/drawingml/2006/main" noGrp="1"/>
          </p:cNvSpPr>
          <p:nvPr/>
        </p:nvSpPr>
        <p:spPr>
          <a:xfrm xmlns:a="http://schemas.openxmlformats.org/drawingml/2006/main">
            <a:off x="762000" y="360045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277747"/>
                </a:solidFill>
                <a:latin typeface="DejaVu Sans"/>
                <a:ea typeface="DejaVu Sans"/>
                <a:cs typeface="DejaVu Sans"/>
              </a:defRPr>
            </a:defPPr>
            <a:lvl1pPr>
              <a:defRPr sz="2250" b="1">
                <a:solidFill>
                  <a:srgbClr val="277747"/>
                </a:solidFill>
                <a:latin typeface="DejaVu Sans"/>
                <a:ea typeface="DejaVu Sans"/>
                <a:cs typeface="DejaVu Sans"/>
              </a:defRPr>
            </a:lvl1pPr>
            <a:lvl2pPr>
              <a:defRPr sz="2250" b="1">
                <a:solidFill>
                  <a:srgbClr val="277747"/>
                </a:solidFill>
                <a:latin typeface="DejaVu Sans"/>
                <a:ea typeface="DejaVu Sans"/>
                <a:cs typeface="DejaVu Sans"/>
              </a:defRPr>
            </a:lvl2pPr>
            <a:lvl3pPr>
              <a:defRPr sz="2250" b="1">
                <a:solidFill>
                  <a:srgbClr val="277747"/>
                </a:solidFill>
                <a:latin typeface="DejaVu Sans"/>
                <a:ea typeface="DejaVu Sans"/>
                <a:cs typeface="DejaVu Sans"/>
              </a:defRPr>
            </a:lvl3pPr>
            <a:lvl4pPr>
              <a:defRPr sz="2250" b="1">
                <a:solidFill>
                  <a:srgbClr val="277747"/>
                </a:solidFill>
                <a:latin typeface="DejaVu Sans"/>
                <a:ea typeface="DejaVu Sans"/>
                <a:cs typeface="DejaVu Sans"/>
              </a:defRPr>
            </a:lvl4pPr>
            <a:lvl5pPr>
              <a:defRPr sz="2250" b="1">
                <a:solidFill>
                  <a:srgbClr val="277747"/>
                </a:solidFill>
                <a:latin typeface="DejaVu Sans"/>
                <a:ea typeface="DejaVu Sans"/>
                <a:cs typeface="DejaVu Sans"/>
              </a:defRPr>
            </a:lvl5pPr>
            <a:lvl6pPr>
              <a:defRPr sz="2250" b="1">
                <a:solidFill>
                  <a:srgbClr val="277747"/>
                </a:solidFill>
                <a:latin typeface="DejaVu Sans"/>
                <a:ea typeface="DejaVu Sans"/>
                <a:cs typeface="DejaVu Sans"/>
              </a:defRPr>
            </a:lvl6pPr>
            <a:lvl7pPr>
              <a:defRPr sz="2250" b="1">
                <a:solidFill>
                  <a:srgbClr val="277747"/>
                </a:solidFill>
                <a:latin typeface="DejaVu Sans"/>
                <a:ea typeface="DejaVu Sans"/>
                <a:cs typeface="DejaVu Sans"/>
              </a:defRPr>
            </a:lvl7pPr>
            <a:lvl8pPr>
              <a:defRPr sz="2250" b="1">
                <a:solidFill>
                  <a:srgbClr val="277747"/>
                </a:solidFill>
                <a:latin typeface="DejaVu Sans"/>
                <a:ea typeface="DejaVu Sans"/>
                <a:cs typeface="DejaVu Sans"/>
              </a:defRPr>
            </a:lvl8pPr>
            <a:lvl9pPr>
              <a:defRPr sz="2250" b="1">
                <a:solidFill>
                  <a:srgbClr val="277747"/>
                </a:solidFill>
                <a:latin typeface="DejaVu Sans"/>
                <a:ea typeface="DejaVu Sans"/>
                <a:cs typeface="DejaVu Sans"/>
              </a:defRPr>
            </a:lvl9pPr>
          </a:lstStyle>
          <a:p xmlns:a="http://schemas.openxmlformats.org/drawingml/2006/main">
            <a:pPr>
              <a:defRPr sz="2250" b="1">
                <a:solidFill>
                  <a:srgbClr val="277747"/>
                </a:solidFill>
                <a:latin typeface="DejaVu Sans"/>
                <a:ea typeface="DejaVu Sans"/>
                <a:cs typeface="DejaVu Sans"/>
              </a:defRPr>
            </a:pPr>
            <a:r>
              <a:rPr sz="2250" b="1">
                <a:solidFill>
                  <a:srgbClr val="277747"/>
                </a:solidFill>
                <a:latin typeface="DejaVu Sans"/>
                <a:ea typeface="DejaVu Sans"/>
                <a:cs typeface="DejaVu Sans"/>
              </a:rPr>
              <a:t>Pantalla LED o varios proyectores</a:t>
            </a:r>
          </a:p>
        </p:txBody>
      </p:sp>
      <p:sp>
        <p:nvSpPr>
          <p:cNvPr id="8" name="text-7">
            <a:extLst xmlns:a="http://schemas.openxmlformats.org/drawingml/2006/main">
              <a:ext uri="{FF2B5EF4-FFF2-40B4-BE49-F238E27FC236}">
                <a16:creationId xmlns:a16="http://schemas.microsoft.com/office/drawing/2014/main" id="{A0116AEA-7FD9-4C96-A2F4-781BD61728AD}"/>
              </a:ext>
            </a:extLst>
          </p:cNvPr>
          <p:cNvSpPr>
            <a:spLocks xmlns:a="http://schemas.openxmlformats.org/drawingml/2006/main" noGrp="1"/>
          </p:cNvSpPr>
          <p:nvPr/>
        </p:nvSpPr>
        <p:spPr>
          <a:xfrm xmlns:a="http://schemas.openxmlformats.org/drawingml/2006/main">
            <a:off x="6477000" y="3600450"/>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73B31"/>
                </a:solidFill>
                <a:latin typeface="DejaVu Sans"/>
                <a:ea typeface="DejaVu Sans"/>
                <a:cs typeface="DejaVu Sans"/>
              </a:defRPr>
            </a:defPPr>
            <a:lvl1pPr>
              <a:defRPr sz="2100" b="0">
                <a:solidFill>
                  <a:srgbClr val="173B31"/>
                </a:solidFill>
                <a:latin typeface="DejaVu Sans"/>
                <a:ea typeface="DejaVu Sans"/>
                <a:cs typeface="DejaVu Sans"/>
              </a:defRPr>
            </a:lvl1pPr>
            <a:lvl2pPr>
              <a:defRPr sz="2100" b="0">
                <a:solidFill>
                  <a:srgbClr val="173B31"/>
                </a:solidFill>
                <a:latin typeface="DejaVu Sans"/>
                <a:ea typeface="DejaVu Sans"/>
                <a:cs typeface="DejaVu Sans"/>
              </a:defRPr>
            </a:lvl2pPr>
            <a:lvl3pPr>
              <a:defRPr sz="2100" b="0">
                <a:solidFill>
                  <a:srgbClr val="173B31"/>
                </a:solidFill>
                <a:latin typeface="DejaVu Sans"/>
                <a:ea typeface="DejaVu Sans"/>
                <a:cs typeface="DejaVu Sans"/>
              </a:defRPr>
            </a:lvl3pPr>
            <a:lvl4pPr>
              <a:defRPr sz="2100" b="0">
                <a:solidFill>
                  <a:srgbClr val="173B31"/>
                </a:solidFill>
                <a:latin typeface="DejaVu Sans"/>
                <a:ea typeface="DejaVu Sans"/>
                <a:cs typeface="DejaVu Sans"/>
              </a:defRPr>
            </a:lvl4pPr>
            <a:lvl5pPr>
              <a:defRPr sz="2100" b="0">
                <a:solidFill>
                  <a:srgbClr val="173B31"/>
                </a:solidFill>
                <a:latin typeface="DejaVu Sans"/>
                <a:ea typeface="DejaVu Sans"/>
                <a:cs typeface="DejaVu Sans"/>
              </a:defRPr>
            </a:lvl5pPr>
            <a:lvl6pPr>
              <a:defRPr sz="2100" b="0">
                <a:solidFill>
                  <a:srgbClr val="173B31"/>
                </a:solidFill>
                <a:latin typeface="DejaVu Sans"/>
                <a:ea typeface="DejaVu Sans"/>
                <a:cs typeface="DejaVu Sans"/>
              </a:defRPr>
            </a:lvl6pPr>
            <a:lvl7pPr>
              <a:defRPr sz="2100" b="0">
                <a:solidFill>
                  <a:srgbClr val="173B31"/>
                </a:solidFill>
                <a:latin typeface="DejaVu Sans"/>
                <a:ea typeface="DejaVu Sans"/>
                <a:cs typeface="DejaVu Sans"/>
              </a:defRPr>
            </a:lvl7pPr>
            <a:lvl8pPr>
              <a:defRPr sz="2100" b="0">
                <a:solidFill>
                  <a:srgbClr val="173B31"/>
                </a:solidFill>
                <a:latin typeface="DejaVu Sans"/>
                <a:ea typeface="DejaVu Sans"/>
                <a:cs typeface="DejaVu Sans"/>
              </a:defRPr>
            </a:lvl8pPr>
            <a:lvl9pPr>
              <a:defRPr sz="2100" b="0">
                <a:solidFill>
                  <a:srgbClr val="173B31"/>
                </a:solidFill>
                <a:latin typeface="DejaVu Sans"/>
                <a:ea typeface="DejaVu Sans"/>
                <a:cs typeface="DejaVu Sans"/>
              </a:defRPr>
            </a:lvl9pPr>
          </a:lstStyle>
          <a:p xmlns:a="http://schemas.openxmlformats.org/drawingml/2006/main">
            <a:pPr>
              <a:defRPr sz="2100" b="0">
                <a:solidFill>
                  <a:srgbClr val="173B31"/>
                </a:solidFill>
                <a:latin typeface="DejaVu Sans"/>
                <a:ea typeface="DejaVu Sans"/>
                <a:cs typeface="DejaVu Sans"/>
              </a:defRPr>
            </a:pPr>
            <a:r>
              <a:rPr sz="2100" b="0">
                <a:solidFill>
                  <a:srgbClr val="173B31"/>
                </a:solidFill>
                <a:latin typeface="DejaVu Sans"/>
                <a:ea typeface="DejaVu Sans"/>
                <a:cs typeface="DejaVu Sans"/>
              </a:rPr>
              <a:t>Resolume Arena para organizar salidas y transiciones con un operador audiovisual.</a:t>
            </a:r>
          </a:p>
        </p:txBody>
      </p:sp>
      <p:sp>
        <p:nvSpPr>
          <p:cNvPr id="9" name="text-8">
            <a:extLst xmlns:a="http://schemas.openxmlformats.org/drawingml/2006/main">
              <a:ext uri="{FF2B5EF4-FFF2-40B4-BE49-F238E27FC236}">
                <a16:creationId xmlns:a16="http://schemas.microsoft.com/office/drawing/2014/main" id="{3F50F252-9CEE-4350-A940-53240167F5D7}"/>
              </a:ext>
            </a:extLst>
          </p:cNvPr>
          <p:cNvSpPr>
            <a:spLocks xmlns:a="http://schemas.openxmlformats.org/drawingml/2006/main" noGrp="1"/>
          </p:cNvSpPr>
          <p:nvPr/>
        </p:nvSpPr>
        <p:spPr>
          <a:xfrm xmlns:a="http://schemas.openxmlformats.org/drawingml/2006/main">
            <a:off x="762000" y="4867275"/>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277747"/>
                </a:solidFill>
                <a:latin typeface="DejaVu Sans"/>
                <a:ea typeface="DejaVu Sans"/>
                <a:cs typeface="DejaVu Sans"/>
              </a:defRPr>
            </a:defPPr>
            <a:lvl1pPr>
              <a:defRPr sz="2250" b="1">
                <a:solidFill>
                  <a:srgbClr val="277747"/>
                </a:solidFill>
                <a:latin typeface="DejaVu Sans"/>
                <a:ea typeface="DejaVu Sans"/>
                <a:cs typeface="DejaVu Sans"/>
              </a:defRPr>
            </a:lvl1pPr>
            <a:lvl2pPr>
              <a:defRPr sz="2250" b="1">
                <a:solidFill>
                  <a:srgbClr val="277747"/>
                </a:solidFill>
                <a:latin typeface="DejaVu Sans"/>
                <a:ea typeface="DejaVu Sans"/>
                <a:cs typeface="DejaVu Sans"/>
              </a:defRPr>
            </a:lvl2pPr>
            <a:lvl3pPr>
              <a:defRPr sz="2250" b="1">
                <a:solidFill>
                  <a:srgbClr val="277747"/>
                </a:solidFill>
                <a:latin typeface="DejaVu Sans"/>
                <a:ea typeface="DejaVu Sans"/>
                <a:cs typeface="DejaVu Sans"/>
              </a:defRPr>
            </a:lvl3pPr>
            <a:lvl4pPr>
              <a:defRPr sz="2250" b="1">
                <a:solidFill>
                  <a:srgbClr val="277747"/>
                </a:solidFill>
                <a:latin typeface="DejaVu Sans"/>
                <a:ea typeface="DejaVu Sans"/>
                <a:cs typeface="DejaVu Sans"/>
              </a:defRPr>
            </a:lvl4pPr>
            <a:lvl5pPr>
              <a:defRPr sz="2250" b="1">
                <a:solidFill>
                  <a:srgbClr val="277747"/>
                </a:solidFill>
                <a:latin typeface="DejaVu Sans"/>
                <a:ea typeface="DejaVu Sans"/>
                <a:cs typeface="DejaVu Sans"/>
              </a:defRPr>
            </a:lvl5pPr>
            <a:lvl6pPr>
              <a:defRPr sz="2250" b="1">
                <a:solidFill>
                  <a:srgbClr val="277747"/>
                </a:solidFill>
                <a:latin typeface="DejaVu Sans"/>
                <a:ea typeface="DejaVu Sans"/>
                <a:cs typeface="DejaVu Sans"/>
              </a:defRPr>
            </a:lvl6pPr>
            <a:lvl7pPr>
              <a:defRPr sz="2250" b="1">
                <a:solidFill>
                  <a:srgbClr val="277747"/>
                </a:solidFill>
                <a:latin typeface="DejaVu Sans"/>
                <a:ea typeface="DejaVu Sans"/>
                <a:cs typeface="DejaVu Sans"/>
              </a:defRPr>
            </a:lvl7pPr>
            <a:lvl8pPr>
              <a:defRPr sz="2250" b="1">
                <a:solidFill>
                  <a:srgbClr val="277747"/>
                </a:solidFill>
                <a:latin typeface="DejaVu Sans"/>
                <a:ea typeface="DejaVu Sans"/>
                <a:cs typeface="DejaVu Sans"/>
              </a:defRPr>
            </a:lvl8pPr>
            <a:lvl9pPr>
              <a:defRPr sz="2250" b="1">
                <a:solidFill>
                  <a:srgbClr val="277747"/>
                </a:solidFill>
                <a:latin typeface="DejaVu Sans"/>
                <a:ea typeface="DejaVu Sans"/>
                <a:cs typeface="DejaVu Sans"/>
              </a:defRPr>
            </a:lvl9pPr>
          </a:lstStyle>
          <a:p xmlns:a="http://schemas.openxmlformats.org/drawingml/2006/main">
            <a:pPr>
              <a:defRPr sz="2250" b="1">
                <a:solidFill>
                  <a:srgbClr val="277747"/>
                </a:solidFill>
                <a:latin typeface="DejaVu Sans"/>
                <a:ea typeface="DejaVu Sans"/>
                <a:cs typeface="DejaVu Sans"/>
              </a:defRPr>
            </a:pPr>
            <a:r>
              <a:rPr sz="2250" b="1">
                <a:solidFill>
                  <a:srgbClr val="277747"/>
                </a:solidFill>
                <a:latin typeface="DejaVu Sans"/>
                <a:ea typeface="DejaVu Sans"/>
                <a:cs typeface="DejaVu Sans"/>
              </a:rPr>
              <a:t>Presentación dinámica sin desarrollo</a:t>
            </a:r>
          </a:p>
        </p:txBody>
      </p:sp>
      <p:sp>
        <p:nvSpPr>
          <p:cNvPr id="10" name="text-9">
            <a:extLst xmlns:a="http://schemas.openxmlformats.org/drawingml/2006/main">
              <a:ext uri="{FF2B5EF4-FFF2-40B4-BE49-F238E27FC236}">
                <a16:creationId xmlns:a16="http://schemas.microsoft.com/office/drawing/2014/main" id="{509C64F5-EE5B-4459-9DD2-6E21617F7B49}"/>
              </a:ext>
            </a:extLst>
          </p:cNvPr>
          <p:cNvSpPr>
            <a:spLocks xmlns:a="http://schemas.openxmlformats.org/drawingml/2006/main" noGrp="1"/>
          </p:cNvSpPr>
          <p:nvPr/>
        </p:nvSpPr>
        <p:spPr>
          <a:xfrm xmlns:a="http://schemas.openxmlformats.org/drawingml/2006/main">
            <a:off x="6477000" y="4867275"/>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73B31"/>
                </a:solidFill>
                <a:latin typeface="DejaVu Sans"/>
                <a:ea typeface="DejaVu Sans"/>
                <a:cs typeface="DejaVu Sans"/>
              </a:defRPr>
            </a:defPPr>
            <a:lvl1pPr>
              <a:defRPr sz="2100" b="0">
                <a:solidFill>
                  <a:srgbClr val="173B31"/>
                </a:solidFill>
                <a:latin typeface="DejaVu Sans"/>
                <a:ea typeface="DejaVu Sans"/>
                <a:cs typeface="DejaVu Sans"/>
              </a:defRPr>
            </a:lvl1pPr>
            <a:lvl2pPr>
              <a:defRPr sz="2100" b="0">
                <a:solidFill>
                  <a:srgbClr val="173B31"/>
                </a:solidFill>
                <a:latin typeface="DejaVu Sans"/>
                <a:ea typeface="DejaVu Sans"/>
                <a:cs typeface="DejaVu Sans"/>
              </a:defRPr>
            </a:lvl2pPr>
            <a:lvl3pPr>
              <a:defRPr sz="2100" b="0">
                <a:solidFill>
                  <a:srgbClr val="173B31"/>
                </a:solidFill>
                <a:latin typeface="DejaVu Sans"/>
                <a:ea typeface="DejaVu Sans"/>
                <a:cs typeface="DejaVu Sans"/>
              </a:defRPr>
            </a:lvl3pPr>
            <a:lvl4pPr>
              <a:defRPr sz="2100" b="0">
                <a:solidFill>
                  <a:srgbClr val="173B31"/>
                </a:solidFill>
                <a:latin typeface="DejaVu Sans"/>
                <a:ea typeface="DejaVu Sans"/>
                <a:cs typeface="DejaVu Sans"/>
              </a:defRPr>
            </a:lvl4pPr>
            <a:lvl5pPr>
              <a:defRPr sz="2100" b="0">
                <a:solidFill>
                  <a:srgbClr val="173B31"/>
                </a:solidFill>
                <a:latin typeface="DejaVu Sans"/>
                <a:ea typeface="DejaVu Sans"/>
                <a:cs typeface="DejaVu Sans"/>
              </a:defRPr>
            </a:lvl5pPr>
            <a:lvl6pPr>
              <a:defRPr sz="2100" b="0">
                <a:solidFill>
                  <a:srgbClr val="173B31"/>
                </a:solidFill>
                <a:latin typeface="DejaVu Sans"/>
                <a:ea typeface="DejaVu Sans"/>
                <a:cs typeface="DejaVu Sans"/>
              </a:defRPr>
            </a:lvl6pPr>
            <a:lvl7pPr>
              <a:defRPr sz="2100" b="0">
                <a:solidFill>
                  <a:srgbClr val="173B31"/>
                </a:solidFill>
                <a:latin typeface="DejaVu Sans"/>
                <a:ea typeface="DejaVu Sans"/>
                <a:cs typeface="DejaVu Sans"/>
              </a:defRPr>
            </a:lvl7pPr>
            <a:lvl8pPr>
              <a:defRPr sz="2100" b="0">
                <a:solidFill>
                  <a:srgbClr val="173B31"/>
                </a:solidFill>
                <a:latin typeface="DejaVu Sans"/>
                <a:ea typeface="DejaVu Sans"/>
                <a:cs typeface="DejaVu Sans"/>
              </a:defRPr>
            </a:lvl8pPr>
            <a:lvl9pPr>
              <a:defRPr sz="2100" b="0">
                <a:solidFill>
                  <a:srgbClr val="173B31"/>
                </a:solidFill>
                <a:latin typeface="DejaVu Sans"/>
                <a:ea typeface="DejaVu Sans"/>
                <a:cs typeface="DejaVu Sans"/>
              </a:defRPr>
            </a:lvl9pPr>
          </a:lstStyle>
          <a:p xmlns:a="http://schemas.openxmlformats.org/drawingml/2006/main">
            <a:pPr>
              <a:defRPr sz="2100" b="0">
                <a:solidFill>
                  <a:srgbClr val="173B31"/>
                </a:solidFill>
                <a:latin typeface="DejaVu Sans"/>
                <a:ea typeface="DejaVu Sans"/>
                <a:cs typeface="DejaVu Sans"/>
              </a:defRPr>
            </a:pPr>
            <a:r>
              <a:rPr sz="2100" b="0">
                <a:solidFill>
                  <a:srgbClr val="173B31"/>
                </a:solidFill>
                <a:latin typeface="DejaVu Sans"/>
                <a:ea typeface="DejaVu Sans"/>
                <a:cs typeface="DejaVu Sans"/>
              </a:rPr>
              <a:t>Prezi o Genially para preparar el relato. Mentimeter para recoger aportes en vivo.</a:t>
            </a:r>
          </a:p>
        </p:txBody>
      </p:sp>
      <p:sp>
        <p:nvSpPr>
          <p:cNvPr id="11" name="text-10">
            <a:extLst xmlns:a="http://schemas.openxmlformats.org/drawingml/2006/main">
              <a:ext uri="{FF2B5EF4-FFF2-40B4-BE49-F238E27FC236}">
                <a16:creationId xmlns:a16="http://schemas.microsoft.com/office/drawing/2014/main" id="{2F418F67-045B-4FE1-87AE-7CFC0CA1005D}"/>
              </a:ext>
            </a:extLst>
          </p:cNvPr>
          <p:cNvSpPr>
            <a:spLocks xmlns:a="http://schemas.openxmlformats.org/drawingml/2006/main" noGrp="1"/>
          </p:cNvSpPr>
          <p:nvPr/>
        </p:nvSpPr>
        <p:spPr>
          <a:xfrm xmlns:a="http://schemas.openxmlformats.org/drawingml/2006/main">
            <a:off x="762000" y="613410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277747"/>
                </a:solidFill>
                <a:latin typeface="DejaVu Sans"/>
                <a:ea typeface="DejaVu Sans"/>
                <a:cs typeface="DejaVu Sans"/>
              </a:defRPr>
            </a:defPPr>
            <a:lvl1pPr>
              <a:defRPr sz="2250" b="1">
                <a:solidFill>
                  <a:srgbClr val="277747"/>
                </a:solidFill>
                <a:latin typeface="DejaVu Sans"/>
                <a:ea typeface="DejaVu Sans"/>
                <a:cs typeface="DejaVu Sans"/>
              </a:defRPr>
            </a:lvl1pPr>
            <a:lvl2pPr>
              <a:defRPr sz="2250" b="1">
                <a:solidFill>
                  <a:srgbClr val="277747"/>
                </a:solidFill>
                <a:latin typeface="DejaVu Sans"/>
                <a:ea typeface="DejaVu Sans"/>
                <a:cs typeface="DejaVu Sans"/>
              </a:defRPr>
            </a:lvl2pPr>
            <a:lvl3pPr>
              <a:defRPr sz="2250" b="1">
                <a:solidFill>
                  <a:srgbClr val="277747"/>
                </a:solidFill>
                <a:latin typeface="DejaVu Sans"/>
                <a:ea typeface="DejaVu Sans"/>
                <a:cs typeface="DejaVu Sans"/>
              </a:defRPr>
            </a:lvl3pPr>
            <a:lvl4pPr>
              <a:defRPr sz="2250" b="1">
                <a:solidFill>
                  <a:srgbClr val="277747"/>
                </a:solidFill>
                <a:latin typeface="DejaVu Sans"/>
                <a:ea typeface="DejaVu Sans"/>
                <a:cs typeface="DejaVu Sans"/>
              </a:defRPr>
            </a:lvl4pPr>
            <a:lvl5pPr>
              <a:defRPr sz="2250" b="1">
                <a:solidFill>
                  <a:srgbClr val="277747"/>
                </a:solidFill>
                <a:latin typeface="DejaVu Sans"/>
                <a:ea typeface="DejaVu Sans"/>
                <a:cs typeface="DejaVu Sans"/>
              </a:defRPr>
            </a:lvl5pPr>
            <a:lvl6pPr>
              <a:defRPr sz="2250" b="1">
                <a:solidFill>
                  <a:srgbClr val="277747"/>
                </a:solidFill>
                <a:latin typeface="DejaVu Sans"/>
                <a:ea typeface="DejaVu Sans"/>
                <a:cs typeface="DejaVu Sans"/>
              </a:defRPr>
            </a:lvl6pPr>
            <a:lvl7pPr>
              <a:defRPr sz="2250" b="1">
                <a:solidFill>
                  <a:srgbClr val="277747"/>
                </a:solidFill>
                <a:latin typeface="DejaVu Sans"/>
                <a:ea typeface="DejaVu Sans"/>
                <a:cs typeface="DejaVu Sans"/>
              </a:defRPr>
            </a:lvl7pPr>
            <a:lvl8pPr>
              <a:defRPr sz="2250" b="1">
                <a:solidFill>
                  <a:srgbClr val="277747"/>
                </a:solidFill>
                <a:latin typeface="DejaVu Sans"/>
                <a:ea typeface="DejaVu Sans"/>
                <a:cs typeface="DejaVu Sans"/>
              </a:defRPr>
            </a:lvl8pPr>
            <a:lvl9pPr>
              <a:defRPr sz="2250" b="1">
                <a:solidFill>
                  <a:srgbClr val="277747"/>
                </a:solidFill>
                <a:latin typeface="DejaVu Sans"/>
                <a:ea typeface="DejaVu Sans"/>
                <a:cs typeface="DejaVu Sans"/>
              </a:defRPr>
            </a:lvl9pPr>
          </a:lstStyle>
          <a:p xmlns:a="http://schemas.openxmlformats.org/drawingml/2006/main">
            <a:pPr>
              <a:defRPr sz="2250" b="1">
                <a:solidFill>
                  <a:srgbClr val="277747"/>
                </a:solidFill>
                <a:latin typeface="DejaVu Sans"/>
                <a:ea typeface="DejaVu Sans"/>
                <a:cs typeface="DejaVu Sans"/>
              </a:defRPr>
            </a:pPr>
            <a:r>
              <a:rPr sz="2250" b="1">
                <a:solidFill>
                  <a:srgbClr val="277747"/>
                </a:solidFill>
                <a:latin typeface="DejaVu Sans"/>
                <a:ea typeface="DejaVu Sans"/>
                <a:cs typeface="DejaVu Sans"/>
              </a:rPr>
              <a:t>Datos y visuales ambientales</a:t>
            </a:r>
          </a:p>
        </p:txBody>
      </p:sp>
      <p:sp>
        <p:nvSpPr>
          <p:cNvPr id="12" name="text-11">
            <a:extLst xmlns:a="http://schemas.openxmlformats.org/drawingml/2006/main">
              <a:ext uri="{FF2B5EF4-FFF2-40B4-BE49-F238E27FC236}">
                <a16:creationId xmlns:a16="http://schemas.microsoft.com/office/drawing/2014/main" id="{CB0B559C-6328-4D42-9AD2-3EA91B7C95AD}"/>
              </a:ext>
            </a:extLst>
          </p:cNvPr>
          <p:cNvSpPr>
            <a:spLocks xmlns:a="http://schemas.openxmlformats.org/drawingml/2006/main" noGrp="1"/>
          </p:cNvSpPr>
          <p:nvPr/>
        </p:nvSpPr>
        <p:spPr>
          <a:xfrm xmlns:a="http://schemas.openxmlformats.org/drawingml/2006/main">
            <a:off x="6477000" y="6134100"/>
            <a:ext cx="7810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73B31"/>
                </a:solidFill>
                <a:latin typeface="DejaVu Sans"/>
                <a:ea typeface="DejaVu Sans"/>
                <a:cs typeface="DejaVu Sans"/>
              </a:defRPr>
            </a:defPPr>
            <a:lvl1pPr>
              <a:defRPr sz="2100" b="0">
                <a:solidFill>
                  <a:srgbClr val="173B31"/>
                </a:solidFill>
                <a:latin typeface="DejaVu Sans"/>
                <a:ea typeface="DejaVu Sans"/>
                <a:cs typeface="DejaVu Sans"/>
              </a:defRPr>
            </a:lvl1pPr>
            <a:lvl2pPr>
              <a:defRPr sz="2100" b="0">
                <a:solidFill>
                  <a:srgbClr val="173B31"/>
                </a:solidFill>
                <a:latin typeface="DejaVu Sans"/>
                <a:ea typeface="DejaVu Sans"/>
                <a:cs typeface="DejaVu Sans"/>
              </a:defRPr>
            </a:lvl2pPr>
            <a:lvl3pPr>
              <a:defRPr sz="2100" b="0">
                <a:solidFill>
                  <a:srgbClr val="173B31"/>
                </a:solidFill>
                <a:latin typeface="DejaVu Sans"/>
                <a:ea typeface="DejaVu Sans"/>
                <a:cs typeface="DejaVu Sans"/>
              </a:defRPr>
            </a:lvl3pPr>
            <a:lvl4pPr>
              <a:defRPr sz="2100" b="0">
                <a:solidFill>
                  <a:srgbClr val="173B31"/>
                </a:solidFill>
                <a:latin typeface="DejaVu Sans"/>
                <a:ea typeface="DejaVu Sans"/>
                <a:cs typeface="DejaVu Sans"/>
              </a:defRPr>
            </a:lvl4pPr>
            <a:lvl5pPr>
              <a:defRPr sz="2100" b="0">
                <a:solidFill>
                  <a:srgbClr val="173B31"/>
                </a:solidFill>
                <a:latin typeface="DejaVu Sans"/>
                <a:ea typeface="DejaVu Sans"/>
                <a:cs typeface="DejaVu Sans"/>
              </a:defRPr>
            </a:lvl5pPr>
            <a:lvl6pPr>
              <a:defRPr sz="2100" b="0">
                <a:solidFill>
                  <a:srgbClr val="173B31"/>
                </a:solidFill>
                <a:latin typeface="DejaVu Sans"/>
                <a:ea typeface="DejaVu Sans"/>
                <a:cs typeface="DejaVu Sans"/>
              </a:defRPr>
            </a:lvl6pPr>
            <a:lvl7pPr>
              <a:defRPr sz="2100" b="0">
                <a:solidFill>
                  <a:srgbClr val="173B31"/>
                </a:solidFill>
                <a:latin typeface="DejaVu Sans"/>
                <a:ea typeface="DejaVu Sans"/>
                <a:cs typeface="DejaVu Sans"/>
              </a:defRPr>
            </a:lvl7pPr>
            <a:lvl8pPr>
              <a:defRPr sz="2100" b="0">
                <a:solidFill>
                  <a:srgbClr val="173B31"/>
                </a:solidFill>
                <a:latin typeface="DejaVu Sans"/>
                <a:ea typeface="DejaVu Sans"/>
                <a:cs typeface="DejaVu Sans"/>
              </a:defRPr>
            </a:lvl8pPr>
            <a:lvl9pPr>
              <a:defRPr sz="2100" b="0">
                <a:solidFill>
                  <a:srgbClr val="173B31"/>
                </a:solidFill>
                <a:latin typeface="DejaVu Sans"/>
                <a:ea typeface="DejaVu Sans"/>
                <a:cs typeface="DejaVu Sans"/>
              </a:defRPr>
            </a:lvl9pPr>
          </a:lstStyle>
          <a:p xmlns:a="http://schemas.openxmlformats.org/drawingml/2006/main">
            <a:pPr>
              <a:defRPr sz="2100" b="0">
                <a:solidFill>
                  <a:srgbClr val="173B31"/>
                </a:solidFill>
                <a:latin typeface="DejaVu Sans"/>
                <a:ea typeface="DejaVu Sans"/>
                <a:cs typeface="DejaVu Sans"/>
              </a:defRPr>
            </a:pPr>
            <a:r>
              <a:rPr sz="2100" b="0">
                <a:solidFill>
                  <a:srgbClr val="173B31"/>
                </a:solidFill>
                <a:latin typeface="DejaVu Sans"/>
                <a:ea typeface="DejaVu Sans"/>
                <a:cs typeface="DejaVu Sans"/>
              </a:rPr>
              <a:t>Flourish para mapas y gráficos. Synesthesia como ambientación reactiva al audio.</a:t>
            </a:r>
          </a:p>
        </p:txBody>
      </p:sp>
      <p:sp>
        <p:nvSpPr>
          <p:cNvPr id="13" name="text-12">
            <a:extLst xmlns:a="http://schemas.openxmlformats.org/drawingml/2006/main">
              <a:ext uri="{FF2B5EF4-FFF2-40B4-BE49-F238E27FC236}">
                <a16:creationId xmlns:a16="http://schemas.microsoft.com/office/drawing/2014/main" id="{DF305D99-6026-4538-82A0-A2580A86CABA}"/>
              </a:ext>
            </a:extLst>
          </p:cNvPr>
          <p:cNvSpPr>
            <a:spLocks xmlns:a="http://schemas.openxmlformats.org/drawingml/2006/main" noGrp="1"/>
          </p:cNvSpPr>
          <p:nvPr/>
        </p:nvSpPr>
        <p:spPr>
          <a:xfrm xmlns:a="http://schemas.openxmlformats.org/drawingml/2006/main">
            <a:off x="762000" y="7572375"/>
            <a:ext cx="1362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36A62"/>
                </a:solidFill>
                <a:latin typeface="DejaVu Sans"/>
                <a:ea typeface="DejaVu Sans"/>
                <a:cs typeface="DejaVu Sans"/>
              </a:defRPr>
            </a:defPPr>
            <a:lvl1pPr>
              <a:defRPr sz="1800" b="0">
                <a:solidFill>
                  <a:srgbClr val="536A62"/>
                </a:solidFill>
                <a:latin typeface="DejaVu Sans"/>
                <a:ea typeface="DejaVu Sans"/>
                <a:cs typeface="DejaVu Sans"/>
              </a:defRPr>
            </a:lvl1pPr>
            <a:lvl2pPr>
              <a:defRPr sz="1800" b="0">
                <a:solidFill>
                  <a:srgbClr val="536A62"/>
                </a:solidFill>
                <a:latin typeface="DejaVu Sans"/>
                <a:ea typeface="DejaVu Sans"/>
                <a:cs typeface="DejaVu Sans"/>
              </a:defRPr>
            </a:lvl2pPr>
            <a:lvl3pPr>
              <a:defRPr sz="1800" b="0">
                <a:solidFill>
                  <a:srgbClr val="536A62"/>
                </a:solidFill>
                <a:latin typeface="DejaVu Sans"/>
                <a:ea typeface="DejaVu Sans"/>
                <a:cs typeface="DejaVu Sans"/>
              </a:defRPr>
            </a:lvl3pPr>
            <a:lvl4pPr>
              <a:defRPr sz="1800" b="0">
                <a:solidFill>
                  <a:srgbClr val="536A62"/>
                </a:solidFill>
                <a:latin typeface="DejaVu Sans"/>
                <a:ea typeface="DejaVu Sans"/>
                <a:cs typeface="DejaVu Sans"/>
              </a:defRPr>
            </a:lvl4pPr>
            <a:lvl5pPr>
              <a:defRPr sz="1800" b="0">
                <a:solidFill>
                  <a:srgbClr val="536A62"/>
                </a:solidFill>
                <a:latin typeface="DejaVu Sans"/>
                <a:ea typeface="DejaVu Sans"/>
                <a:cs typeface="DejaVu Sans"/>
              </a:defRPr>
            </a:lvl5pPr>
            <a:lvl6pPr>
              <a:defRPr sz="1800" b="0">
                <a:solidFill>
                  <a:srgbClr val="536A62"/>
                </a:solidFill>
                <a:latin typeface="DejaVu Sans"/>
                <a:ea typeface="DejaVu Sans"/>
                <a:cs typeface="DejaVu Sans"/>
              </a:defRPr>
            </a:lvl6pPr>
            <a:lvl7pPr>
              <a:defRPr sz="1800" b="0">
                <a:solidFill>
                  <a:srgbClr val="536A62"/>
                </a:solidFill>
                <a:latin typeface="DejaVu Sans"/>
                <a:ea typeface="DejaVu Sans"/>
                <a:cs typeface="DejaVu Sans"/>
              </a:defRPr>
            </a:lvl7pPr>
            <a:lvl8pPr>
              <a:defRPr sz="1800" b="0">
                <a:solidFill>
                  <a:srgbClr val="536A62"/>
                </a:solidFill>
                <a:latin typeface="DejaVu Sans"/>
                <a:ea typeface="DejaVu Sans"/>
                <a:cs typeface="DejaVu Sans"/>
              </a:defRPr>
            </a:lvl8pPr>
            <a:lvl9pPr>
              <a:defRPr sz="1800" b="0">
                <a:solidFill>
                  <a:srgbClr val="536A62"/>
                </a:solidFill>
                <a:latin typeface="DejaVu Sans"/>
                <a:ea typeface="DejaVu Sans"/>
                <a:cs typeface="DejaVu Sans"/>
              </a:defRPr>
            </a:lvl9pPr>
          </a:lstStyle>
          <a:p xmlns:a="http://schemas.openxmlformats.org/drawingml/2006/main">
            <a:pPr>
              <a:defRPr sz="1800" b="0">
                <a:solidFill>
                  <a:srgbClr val="536A62"/>
                </a:solidFill>
                <a:latin typeface="DejaVu Sans"/>
                <a:ea typeface="DejaVu Sans"/>
                <a:cs typeface="DejaVu Sans"/>
              </a:defRPr>
            </a:pPr>
            <a:r>
              <a:rPr sz="1800" b="0">
                <a:solidFill>
                  <a:srgbClr val="536A62"/>
                </a:solidFill>
                <a:latin typeface="DejaVu Sans"/>
                <a:ea typeface="DejaVu Sans"/>
                <a:cs typeface="DejaVu Sans"/>
              </a:rPr>
              <a:t>Comprensión de la charla: mantener una capa de transcripción y extracción semántica.</a:t>
            </a:r>
          </a:p>
        </p:txBody>
      </p:sp>
    </p:spTree>
    <p:extLst>
      <p:ext uri="{BB962C8B-B14F-4D97-AF65-F5344CB8AC3E}">
        <p14:creationId xmlns:p14="http://schemas.microsoft.com/office/powerpoint/2010/main" val="15871152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644727AF-19E1-4703-B3CE-BC466368B4F0}"/>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Enlaces de las herramientas comerciales</a:t>
            </a:r>
          </a:p>
        </p:txBody>
      </p:sp>
      <p:sp>
        <p:nvSpPr>
          <p:cNvPr id="2" name="text-1">
            <a:extLst xmlns:a="http://schemas.openxmlformats.org/drawingml/2006/main">
              <a:ext uri="{FF2B5EF4-FFF2-40B4-BE49-F238E27FC236}">
                <a16:creationId xmlns:a16="http://schemas.microsoft.com/office/drawing/2014/main" id="{BBDAC604-1043-4483-AEE9-BCA8A32805FE}"/>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Páginas oficiales para ver demostraciones y consultar planes.</a:t>
            </a:r>
          </a:p>
        </p:txBody>
      </p:sp>
      <p:sp>
        <p:nvSpPr>
          <p:cNvPr id="3" name="text-2">
            <a:extLst xmlns:a="http://schemas.openxmlformats.org/drawingml/2006/main">
              <a:ext uri="{FF2B5EF4-FFF2-40B4-BE49-F238E27FC236}">
                <a16:creationId xmlns:a16="http://schemas.microsoft.com/office/drawing/2014/main" id="{DF6B87FD-0EB5-4B93-813C-34603F168032}"/>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E50CDFFF-14C8-451B-BD3F-2971F7B2018C}"/>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15</a:t>
            </a:r>
          </a:p>
        </p:txBody>
      </p:sp>
      <p:sp>
        <p:nvSpPr>
          <p:cNvPr id="5" name="text-4">
            <a:extLst xmlns:a="http://schemas.openxmlformats.org/drawingml/2006/main">
              <a:ext uri="{FF2B5EF4-FFF2-40B4-BE49-F238E27FC236}">
                <a16:creationId xmlns:a16="http://schemas.microsoft.com/office/drawing/2014/main" id="{80920954-ED5A-4B47-9D23-7DA3D46ECD62}"/>
              </a:ext>
            </a:extLst>
          </p:cNvPr>
          <p:cNvSpPr>
            <a:spLocks xmlns:a="http://schemas.openxmlformats.org/drawingml/2006/main" noGrp="1"/>
          </p:cNvSpPr>
          <p:nvPr/>
        </p:nvSpPr>
        <p:spPr>
          <a:xfrm xmlns:a="http://schemas.openxmlformats.org/drawingml/2006/main">
            <a:off x="762000" y="2333625"/>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277747"/>
                </a:solidFill>
                <a:latin typeface="DejaVu Sans"/>
                <a:ea typeface="DejaVu Sans"/>
                <a:cs typeface="DejaVu Sans"/>
              </a:defRPr>
            </a:defPPr>
            <a:lvl1pPr>
              <a:defRPr sz="2175" b="1">
                <a:solidFill>
                  <a:srgbClr val="277747"/>
                </a:solidFill>
                <a:latin typeface="DejaVu Sans"/>
                <a:ea typeface="DejaVu Sans"/>
                <a:cs typeface="DejaVu Sans"/>
              </a:defRPr>
            </a:lvl1pPr>
            <a:lvl2pPr>
              <a:defRPr sz="2175" b="1">
                <a:solidFill>
                  <a:srgbClr val="277747"/>
                </a:solidFill>
                <a:latin typeface="DejaVu Sans"/>
                <a:ea typeface="DejaVu Sans"/>
                <a:cs typeface="DejaVu Sans"/>
              </a:defRPr>
            </a:lvl2pPr>
            <a:lvl3pPr>
              <a:defRPr sz="2175" b="1">
                <a:solidFill>
                  <a:srgbClr val="277747"/>
                </a:solidFill>
                <a:latin typeface="DejaVu Sans"/>
                <a:ea typeface="DejaVu Sans"/>
                <a:cs typeface="DejaVu Sans"/>
              </a:defRPr>
            </a:lvl3pPr>
            <a:lvl4pPr>
              <a:defRPr sz="2175" b="1">
                <a:solidFill>
                  <a:srgbClr val="277747"/>
                </a:solidFill>
                <a:latin typeface="DejaVu Sans"/>
                <a:ea typeface="DejaVu Sans"/>
                <a:cs typeface="DejaVu Sans"/>
              </a:defRPr>
            </a:lvl4pPr>
            <a:lvl5pPr>
              <a:defRPr sz="2175" b="1">
                <a:solidFill>
                  <a:srgbClr val="277747"/>
                </a:solidFill>
                <a:latin typeface="DejaVu Sans"/>
                <a:ea typeface="DejaVu Sans"/>
                <a:cs typeface="DejaVu Sans"/>
              </a:defRPr>
            </a:lvl5pPr>
            <a:lvl6pPr>
              <a:defRPr sz="2175" b="1">
                <a:solidFill>
                  <a:srgbClr val="277747"/>
                </a:solidFill>
                <a:latin typeface="DejaVu Sans"/>
                <a:ea typeface="DejaVu Sans"/>
                <a:cs typeface="DejaVu Sans"/>
              </a:defRPr>
            </a:lvl6pPr>
            <a:lvl7pPr>
              <a:defRPr sz="2175" b="1">
                <a:solidFill>
                  <a:srgbClr val="277747"/>
                </a:solidFill>
                <a:latin typeface="DejaVu Sans"/>
                <a:ea typeface="DejaVu Sans"/>
                <a:cs typeface="DejaVu Sans"/>
              </a:defRPr>
            </a:lvl7pPr>
            <a:lvl8pPr>
              <a:defRPr sz="2175" b="1">
                <a:solidFill>
                  <a:srgbClr val="277747"/>
                </a:solidFill>
                <a:latin typeface="DejaVu Sans"/>
                <a:ea typeface="DejaVu Sans"/>
                <a:cs typeface="DejaVu Sans"/>
              </a:defRPr>
            </a:lvl8pPr>
            <a:lvl9pPr>
              <a:defRPr sz="2175" b="1">
                <a:solidFill>
                  <a:srgbClr val="277747"/>
                </a:solidFill>
                <a:latin typeface="DejaVu Sans"/>
                <a:ea typeface="DejaVu Sans"/>
                <a:cs typeface="DejaVu Sans"/>
              </a:defRPr>
            </a:lvl9pPr>
          </a:lstStyle>
          <a:p xmlns:a="http://schemas.openxmlformats.org/drawingml/2006/main">
            <a:pPr>
              <a:defRPr sz="2175" b="1">
                <a:solidFill>
                  <a:srgbClr val="277747"/>
                </a:solidFill>
                <a:latin typeface="DejaVu Sans"/>
                <a:ea typeface="DejaVu Sans"/>
                <a:cs typeface="DejaVu Sans"/>
              </a:defRPr>
            </a:pPr>
            <a:r>
              <a:rPr sz="2175" b="1">
                <a:solidFill>
                  <a:srgbClr val="277747"/>
                </a:solidFill>
                <a:latin typeface="DejaVu Sans"/>
                <a:ea typeface="DejaVu Sans"/>
                <a:cs typeface="DejaVu Sans"/>
              </a:rPr>
              <a:t>TouchDesigner / Notch</a:t>
            </a:r>
          </a:p>
        </p:txBody>
      </p:sp>
      <p:sp>
        <p:nvSpPr>
          <p:cNvPr id="6" name="text-5">
            <a:extLst xmlns:a="http://schemas.openxmlformats.org/drawingml/2006/main">
              <a:ext uri="{FF2B5EF4-FFF2-40B4-BE49-F238E27FC236}">
                <a16:creationId xmlns:a16="http://schemas.microsoft.com/office/drawing/2014/main" id="{4DB6E2A4-9F11-4D98-B211-E7B98B7F7BA2}"/>
              </a:ext>
            </a:extLst>
          </p:cNvPr>
          <p:cNvSpPr>
            <a:spLocks xmlns:a="http://schemas.openxmlformats.org/drawingml/2006/main" noGrp="1"/>
          </p:cNvSpPr>
          <p:nvPr/>
        </p:nvSpPr>
        <p:spPr>
          <a:xfrm xmlns:a="http://schemas.openxmlformats.org/drawingml/2006/main">
            <a:off x="6667500" y="2333625"/>
            <a:ext cx="781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3B31"/>
                </a:solidFill>
                <a:latin typeface="DejaVu Sans"/>
                <a:ea typeface="DejaVu Sans"/>
                <a:cs typeface="DejaVu Sans"/>
              </a:defRPr>
            </a:defPPr>
            <a:lvl1pPr>
              <a:defRPr sz="2025" b="0">
                <a:solidFill>
                  <a:srgbClr val="173B31"/>
                </a:solidFill>
                <a:latin typeface="DejaVu Sans"/>
                <a:ea typeface="DejaVu Sans"/>
                <a:cs typeface="DejaVu Sans"/>
              </a:defRPr>
            </a:lvl1pPr>
            <a:lvl2pPr>
              <a:defRPr sz="2025" b="0">
                <a:solidFill>
                  <a:srgbClr val="173B31"/>
                </a:solidFill>
                <a:latin typeface="DejaVu Sans"/>
                <a:ea typeface="DejaVu Sans"/>
                <a:cs typeface="DejaVu Sans"/>
              </a:defRPr>
            </a:lvl2pPr>
            <a:lvl3pPr>
              <a:defRPr sz="2025" b="0">
                <a:solidFill>
                  <a:srgbClr val="173B31"/>
                </a:solidFill>
                <a:latin typeface="DejaVu Sans"/>
                <a:ea typeface="DejaVu Sans"/>
                <a:cs typeface="DejaVu Sans"/>
              </a:defRPr>
            </a:lvl3pPr>
            <a:lvl4pPr>
              <a:defRPr sz="2025" b="0">
                <a:solidFill>
                  <a:srgbClr val="173B31"/>
                </a:solidFill>
                <a:latin typeface="DejaVu Sans"/>
                <a:ea typeface="DejaVu Sans"/>
                <a:cs typeface="DejaVu Sans"/>
              </a:defRPr>
            </a:lvl4pPr>
            <a:lvl5pPr>
              <a:defRPr sz="2025" b="0">
                <a:solidFill>
                  <a:srgbClr val="173B31"/>
                </a:solidFill>
                <a:latin typeface="DejaVu Sans"/>
                <a:ea typeface="DejaVu Sans"/>
                <a:cs typeface="DejaVu Sans"/>
              </a:defRPr>
            </a:lvl5pPr>
            <a:lvl6pPr>
              <a:defRPr sz="2025" b="0">
                <a:solidFill>
                  <a:srgbClr val="173B31"/>
                </a:solidFill>
                <a:latin typeface="DejaVu Sans"/>
                <a:ea typeface="DejaVu Sans"/>
                <a:cs typeface="DejaVu Sans"/>
              </a:defRPr>
            </a:lvl6pPr>
            <a:lvl7pPr>
              <a:defRPr sz="2025" b="0">
                <a:solidFill>
                  <a:srgbClr val="173B31"/>
                </a:solidFill>
                <a:latin typeface="DejaVu Sans"/>
                <a:ea typeface="DejaVu Sans"/>
                <a:cs typeface="DejaVu Sans"/>
              </a:defRPr>
            </a:lvl7pPr>
            <a:lvl8pPr>
              <a:defRPr sz="2025" b="0">
                <a:solidFill>
                  <a:srgbClr val="173B31"/>
                </a:solidFill>
                <a:latin typeface="DejaVu Sans"/>
                <a:ea typeface="DejaVu Sans"/>
                <a:cs typeface="DejaVu Sans"/>
              </a:defRPr>
            </a:lvl8pPr>
            <a:lvl9pPr>
              <a:defRPr sz="2025" b="0">
                <a:solidFill>
                  <a:srgbClr val="173B31"/>
                </a:solidFill>
                <a:latin typeface="DejaVu Sans"/>
                <a:ea typeface="DejaVu Sans"/>
                <a:cs typeface="DejaVu Sans"/>
              </a:defRPr>
            </a:lvl9pPr>
          </a:lstStyle>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derivative.ca/tags/audio-reactive</a:t>
            </a:r>
          </a:p>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notch.one/pricing</a:t>
            </a:r>
          </a:p>
        </p:txBody>
      </p:sp>
      <p:sp>
        <p:nvSpPr>
          <p:cNvPr id="7" name="text-6">
            <a:extLst xmlns:a="http://schemas.openxmlformats.org/drawingml/2006/main">
              <a:ext uri="{FF2B5EF4-FFF2-40B4-BE49-F238E27FC236}">
                <a16:creationId xmlns:a16="http://schemas.microsoft.com/office/drawing/2014/main" id="{3592A1A4-404C-41E7-9419-634D8E602035}"/>
              </a:ext>
            </a:extLst>
          </p:cNvPr>
          <p:cNvSpPr>
            <a:spLocks xmlns:a="http://schemas.openxmlformats.org/drawingml/2006/main" noGrp="1"/>
          </p:cNvSpPr>
          <p:nvPr/>
        </p:nvSpPr>
        <p:spPr>
          <a:xfrm xmlns:a="http://schemas.openxmlformats.org/drawingml/2006/main">
            <a:off x="762000" y="361950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277747"/>
                </a:solidFill>
                <a:latin typeface="DejaVu Sans"/>
                <a:ea typeface="DejaVu Sans"/>
                <a:cs typeface="DejaVu Sans"/>
              </a:defRPr>
            </a:defPPr>
            <a:lvl1pPr>
              <a:defRPr sz="2175" b="1">
                <a:solidFill>
                  <a:srgbClr val="277747"/>
                </a:solidFill>
                <a:latin typeface="DejaVu Sans"/>
                <a:ea typeface="DejaVu Sans"/>
                <a:cs typeface="DejaVu Sans"/>
              </a:defRPr>
            </a:lvl1pPr>
            <a:lvl2pPr>
              <a:defRPr sz="2175" b="1">
                <a:solidFill>
                  <a:srgbClr val="277747"/>
                </a:solidFill>
                <a:latin typeface="DejaVu Sans"/>
                <a:ea typeface="DejaVu Sans"/>
                <a:cs typeface="DejaVu Sans"/>
              </a:defRPr>
            </a:lvl2pPr>
            <a:lvl3pPr>
              <a:defRPr sz="2175" b="1">
                <a:solidFill>
                  <a:srgbClr val="277747"/>
                </a:solidFill>
                <a:latin typeface="DejaVu Sans"/>
                <a:ea typeface="DejaVu Sans"/>
                <a:cs typeface="DejaVu Sans"/>
              </a:defRPr>
            </a:lvl3pPr>
            <a:lvl4pPr>
              <a:defRPr sz="2175" b="1">
                <a:solidFill>
                  <a:srgbClr val="277747"/>
                </a:solidFill>
                <a:latin typeface="DejaVu Sans"/>
                <a:ea typeface="DejaVu Sans"/>
                <a:cs typeface="DejaVu Sans"/>
              </a:defRPr>
            </a:lvl4pPr>
            <a:lvl5pPr>
              <a:defRPr sz="2175" b="1">
                <a:solidFill>
                  <a:srgbClr val="277747"/>
                </a:solidFill>
                <a:latin typeface="DejaVu Sans"/>
                <a:ea typeface="DejaVu Sans"/>
                <a:cs typeface="DejaVu Sans"/>
              </a:defRPr>
            </a:lvl5pPr>
            <a:lvl6pPr>
              <a:defRPr sz="2175" b="1">
                <a:solidFill>
                  <a:srgbClr val="277747"/>
                </a:solidFill>
                <a:latin typeface="DejaVu Sans"/>
                <a:ea typeface="DejaVu Sans"/>
                <a:cs typeface="DejaVu Sans"/>
              </a:defRPr>
            </a:lvl6pPr>
            <a:lvl7pPr>
              <a:defRPr sz="2175" b="1">
                <a:solidFill>
                  <a:srgbClr val="277747"/>
                </a:solidFill>
                <a:latin typeface="DejaVu Sans"/>
                <a:ea typeface="DejaVu Sans"/>
                <a:cs typeface="DejaVu Sans"/>
              </a:defRPr>
            </a:lvl7pPr>
            <a:lvl8pPr>
              <a:defRPr sz="2175" b="1">
                <a:solidFill>
                  <a:srgbClr val="277747"/>
                </a:solidFill>
                <a:latin typeface="DejaVu Sans"/>
                <a:ea typeface="DejaVu Sans"/>
                <a:cs typeface="DejaVu Sans"/>
              </a:defRPr>
            </a:lvl8pPr>
            <a:lvl9pPr>
              <a:defRPr sz="2175" b="1">
                <a:solidFill>
                  <a:srgbClr val="277747"/>
                </a:solidFill>
                <a:latin typeface="DejaVu Sans"/>
                <a:ea typeface="DejaVu Sans"/>
                <a:cs typeface="DejaVu Sans"/>
              </a:defRPr>
            </a:lvl9pPr>
          </a:lstStyle>
          <a:p xmlns:a="http://schemas.openxmlformats.org/drawingml/2006/main">
            <a:pPr>
              <a:defRPr sz="2175" b="1">
                <a:solidFill>
                  <a:srgbClr val="277747"/>
                </a:solidFill>
                <a:latin typeface="DejaVu Sans"/>
                <a:ea typeface="DejaVu Sans"/>
                <a:cs typeface="DejaVu Sans"/>
              </a:defRPr>
            </a:pPr>
            <a:r>
              <a:rPr sz="2175" b="1">
                <a:solidFill>
                  <a:srgbClr val="277747"/>
                </a:solidFill>
                <a:latin typeface="DejaVu Sans"/>
                <a:ea typeface="DejaVu Sans"/>
                <a:cs typeface="DejaVu Sans"/>
              </a:rPr>
              <a:t>Resolume / Synesthesia</a:t>
            </a:r>
          </a:p>
        </p:txBody>
      </p:sp>
      <p:sp>
        <p:nvSpPr>
          <p:cNvPr id="8" name="text-7">
            <a:extLst xmlns:a="http://schemas.openxmlformats.org/drawingml/2006/main">
              <a:ext uri="{FF2B5EF4-FFF2-40B4-BE49-F238E27FC236}">
                <a16:creationId xmlns:a16="http://schemas.microsoft.com/office/drawing/2014/main" id="{23D34B2A-E497-45C4-98BB-0492032D8B12}"/>
              </a:ext>
            </a:extLst>
          </p:cNvPr>
          <p:cNvSpPr>
            <a:spLocks xmlns:a="http://schemas.openxmlformats.org/drawingml/2006/main" noGrp="1"/>
          </p:cNvSpPr>
          <p:nvPr/>
        </p:nvSpPr>
        <p:spPr>
          <a:xfrm xmlns:a="http://schemas.openxmlformats.org/drawingml/2006/main">
            <a:off x="6667500" y="3619500"/>
            <a:ext cx="781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3B31"/>
                </a:solidFill>
                <a:latin typeface="DejaVu Sans"/>
                <a:ea typeface="DejaVu Sans"/>
                <a:cs typeface="DejaVu Sans"/>
              </a:defRPr>
            </a:defPPr>
            <a:lvl1pPr>
              <a:defRPr sz="2025" b="0">
                <a:solidFill>
                  <a:srgbClr val="173B31"/>
                </a:solidFill>
                <a:latin typeface="DejaVu Sans"/>
                <a:ea typeface="DejaVu Sans"/>
                <a:cs typeface="DejaVu Sans"/>
              </a:defRPr>
            </a:lvl1pPr>
            <a:lvl2pPr>
              <a:defRPr sz="2025" b="0">
                <a:solidFill>
                  <a:srgbClr val="173B31"/>
                </a:solidFill>
                <a:latin typeface="DejaVu Sans"/>
                <a:ea typeface="DejaVu Sans"/>
                <a:cs typeface="DejaVu Sans"/>
              </a:defRPr>
            </a:lvl2pPr>
            <a:lvl3pPr>
              <a:defRPr sz="2025" b="0">
                <a:solidFill>
                  <a:srgbClr val="173B31"/>
                </a:solidFill>
                <a:latin typeface="DejaVu Sans"/>
                <a:ea typeface="DejaVu Sans"/>
                <a:cs typeface="DejaVu Sans"/>
              </a:defRPr>
            </a:lvl3pPr>
            <a:lvl4pPr>
              <a:defRPr sz="2025" b="0">
                <a:solidFill>
                  <a:srgbClr val="173B31"/>
                </a:solidFill>
                <a:latin typeface="DejaVu Sans"/>
                <a:ea typeface="DejaVu Sans"/>
                <a:cs typeface="DejaVu Sans"/>
              </a:defRPr>
            </a:lvl4pPr>
            <a:lvl5pPr>
              <a:defRPr sz="2025" b="0">
                <a:solidFill>
                  <a:srgbClr val="173B31"/>
                </a:solidFill>
                <a:latin typeface="DejaVu Sans"/>
                <a:ea typeface="DejaVu Sans"/>
                <a:cs typeface="DejaVu Sans"/>
              </a:defRPr>
            </a:lvl5pPr>
            <a:lvl6pPr>
              <a:defRPr sz="2025" b="0">
                <a:solidFill>
                  <a:srgbClr val="173B31"/>
                </a:solidFill>
                <a:latin typeface="DejaVu Sans"/>
                <a:ea typeface="DejaVu Sans"/>
                <a:cs typeface="DejaVu Sans"/>
              </a:defRPr>
            </a:lvl6pPr>
            <a:lvl7pPr>
              <a:defRPr sz="2025" b="0">
                <a:solidFill>
                  <a:srgbClr val="173B31"/>
                </a:solidFill>
                <a:latin typeface="DejaVu Sans"/>
                <a:ea typeface="DejaVu Sans"/>
                <a:cs typeface="DejaVu Sans"/>
              </a:defRPr>
            </a:lvl7pPr>
            <a:lvl8pPr>
              <a:defRPr sz="2025" b="0">
                <a:solidFill>
                  <a:srgbClr val="173B31"/>
                </a:solidFill>
                <a:latin typeface="DejaVu Sans"/>
                <a:ea typeface="DejaVu Sans"/>
                <a:cs typeface="DejaVu Sans"/>
              </a:defRPr>
            </a:lvl8pPr>
            <a:lvl9pPr>
              <a:defRPr sz="2025" b="0">
                <a:solidFill>
                  <a:srgbClr val="173B31"/>
                </a:solidFill>
                <a:latin typeface="DejaVu Sans"/>
                <a:ea typeface="DejaVu Sans"/>
                <a:cs typeface="DejaVu Sans"/>
              </a:defRPr>
            </a:lvl9pPr>
          </a:lstStyle>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resolume.com/software/avenue-arena</a:t>
            </a:r>
          </a:p>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synesthesia.live</a:t>
            </a:r>
          </a:p>
        </p:txBody>
      </p:sp>
      <p:sp>
        <p:nvSpPr>
          <p:cNvPr id="9" name="text-8">
            <a:extLst xmlns:a="http://schemas.openxmlformats.org/drawingml/2006/main">
              <a:ext uri="{FF2B5EF4-FFF2-40B4-BE49-F238E27FC236}">
                <a16:creationId xmlns:a16="http://schemas.microsoft.com/office/drawing/2014/main" id="{F607BCF0-452D-4A48-AB49-83506EF8176E}"/>
              </a:ext>
            </a:extLst>
          </p:cNvPr>
          <p:cNvSpPr>
            <a:spLocks xmlns:a="http://schemas.openxmlformats.org/drawingml/2006/main" noGrp="1"/>
          </p:cNvSpPr>
          <p:nvPr/>
        </p:nvSpPr>
        <p:spPr>
          <a:xfrm xmlns:a="http://schemas.openxmlformats.org/drawingml/2006/main">
            <a:off x="762000" y="4905375"/>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277747"/>
                </a:solidFill>
                <a:latin typeface="DejaVu Sans"/>
                <a:ea typeface="DejaVu Sans"/>
                <a:cs typeface="DejaVu Sans"/>
              </a:defRPr>
            </a:defPPr>
            <a:lvl1pPr>
              <a:defRPr sz="2175" b="1">
                <a:solidFill>
                  <a:srgbClr val="277747"/>
                </a:solidFill>
                <a:latin typeface="DejaVu Sans"/>
                <a:ea typeface="DejaVu Sans"/>
                <a:cs typeface="DejaVu Sans"/>
              </a:defRPr>
            </a:lvl1pPr>
            <a:lvl2pPr>
              <a:defRPr sz="2175" b="1">
                <a:solidFill>
                  <a:srgbClr val="277747"/>
                </a:solidFill>
                <a:latin typeface="DejaVu Sans"/>
                <a:ea typeface="DejaVu Sans"/>
                <a:cs typeface="DejaVu Sans"/>
              </a:defRPr>
            </a:lvl2pPr>
            <a:lvl3pPr>
              <a:defRPr sz="2175" b="1">
                <a:solidFill>
                  <a:srgbClr val="277747"/>
                </a:solidFill>
                <a:latin typeface="DejaVu Sans"/>
                <a:ea typeface="DejaVu Sans"/>
                <a:cs typeface="DejaVu Sans"/>
              </a:defRPr>
            </a:lvl3pPr>
            <a:lvl4pPr>
              <a:defRPr sz="2175" b="1">
                <a:solidFill>
                  <a:srgbClr val="277747"/>
                </a:solidFill>
                <a:latin typeface="DejaVu Sans"/>
                <a:ea typeface="DejaVu Sans"/>
                <a:cs typeface="DejaVu Sans"/>
              </a:defRPr>
            </a:lvl4pPr>
            <a:lvl5pPr>
              <a:defRPr sz="2175" b="1">
                <a:solidFill>
                  <a:srgbClr val="277747"/>
                </a:solidFill>
                <a:latin typeface="DejaVu Sans"/>
                <a:ea typeface="DejaVu Sans"/>
                <a:cs typeface="DejaVu Sans"/>
              </a:defRPr>
            </a:lvl5pPr>
            <a:lvl6pPr>
              <a:defRPr sz="2175" b="1">
                <a:solidFill>
                  <a:srgbClr val="277747"/>
                </a:solidFill>
                <a:latin typeface="DejaVu Sans"/>
                <a:ea typeface="DejaVu Sans"/>
                <a:cs typeface="DejaVu Sans"/>
              </a:defRPr>
            </a:lvl6pPr>
            <a:lvl7pPr>
              <a:defRPr sz="2175" b="1">
                <a:solidFill>
                  <a:srgbClr val="277747"/>
                </a:solidFill>
                <a:latin typeface="DejaVu Sans"/>
                <a:ea typeface="DejaVu Sans"/>
                <a:cs typeface="DejaVu Sans"/>
              </a:defRPr>
            </a:lvl7pPr>
            <a:lvl8pPr>
              <a:defRPr sz="2175" b="1">
                <a:solidFill>
                  <a:srgbClr val="277747"/>
                </a:solidFill>
                <a:latin typeface="DejaVu Sans"/>
                <a:ea typeface="DejaVu Sans"/>
                <a:cs typeface="DejaVu Sans"/>
              </a:defRPr>
            </a:lvl8pPr>
            <a:lvl9pPr>
              <a:defRPr sz="2175" b="1">
                <a:solidFill>
                  <a:srgbClr val="277747"/>
                </a:solidFill>
                <a:latin typeface="DejaVu Sans"/>
                <a:ea typeface="DejaVu Sans"/>
                <a:cs typeface="DejaVu Sans"/>
              </a:defRPr>
            </a:lvl9pPr>
          </a:lstStyle>
          <a:p xmlns:a="http://schemas.openxmlformats.org/drawingml/2006/main">
            <a:pPr>
              <a:defRPr sz="2175" b="1">
                <a:solidFill>
                  <a:srgbClr val="277747"/>
                </a:solidFill>
                <a:latin typeface="DejaVu Sans"/>
                <a:ea typeface="DejaVu Sans"/>
                <a:cs typeface="DejaVu Sans"/>
              </a:defRPr>
            </a:pPr>
            <a:r>
              <a:rPr sz="2175" b="1">
                <a:solidFill>
                  <a:srgbClr val="277747"/>
                </a:solidFill>
                <a:latin typeface="DejaVu Sans"/>
                <a:ea typeface="DejaVu Sans"/>
                <a:cs typeface="DejaVu Sans"/>
              </a:rPr>
              <a:t>Prezi / Genially</a:t>
            </a:r>
          </a:p>
        </p:txBody>
      </p:sp>
      <p:sp>
        <p:nvSpPr>
          <p:cNvPr id="10" name="text-9">
            <a:extLst xmlns:a="http://schemas.openxmlformats.org/drawingml/2006/main">
              <a:ext uri="{FF2B5EF4-FFF2-40B4-BE49-F238E27FC236}">
                <a16:creationId xmlns:a16="http://schemas.microsoft.com/office/drawing/2014/main" id="{1F6680C3-9A74-456A-9EA2-341348FBD20C}"/>
              </a:ext>
            </a:extLst>
          </p:cNvPr>
          <p:cNvSpPr>
            <a:spLocks xmlns:a="http://schemas.openxmlformats.org/drawingml/2006/main" noGrp="1"/>
          </p:cNvSpPr>
          <p:nvPr/>
        </p:nvSpPr>
        <p:spPr>
          <a:xfrm xmlns:a="http://schemas.openxmlformats.org/drawingml/2006/main">
            <a:off x="6667500" y="4905375"/>
            <a:ext cx="781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3B31"/>
                </a:solidFill>
                <a:latin typeface="DejaVu Sans"/>
                <a:ea typeface="DejaVu Sans"/>
                <a:cs typeface="DejaVu Sans"/>
              </a:defRPr>
            </a:defPPr>
            <a:lvl1pPr>
              <a:defRPr sz="2025" b="0">
                <a:solidFill>
                  <a:srgbClr val="173B31"/>
                </a:solidFill>
                <a:latin typeface="DejaVu Sans"/>
                <a:ea typeface="DejaVu Sans"/>
                <a:cs typeface="DejaVu Sans"/>
              </a:defRPr>
            </a:lvl1pPr>
            <a:lvl2pPr>
              <a:defRPr sz="2025" b="0">
                <a:solidFill>
                  <a:srgbClr val="173B31"/>
                </a:solidFill>
                <a:latin typeface="DejaVu Sans"/>
                <a:ea typeface="DejaVu Sans"/>
                <a:cs typeface="DejaVu Sans"/>
              </a:defRPr>
            </a:lvl2pPr>
            <a:lvl3pPr>
              <a:defRPr sz="2025" b="0">
                <a:solidFill>
                  <a:srgbClr val="173B31"/>
                </a:solidFill>
                <a:latin typeface="DejaVu Sans"/>
                <a:ea typeface="DejaVu Sans"/>
                <a:cs typeface="DejaVu Sans"/>
              </a:defRPr>
            </a:lvl3pPr>
            <a:lvl4pPr>
              <a:defRPr sz="2025" b="0">
                <a:solidFill>
                  <a:srgbClr val="173B31"/>
                </a:solidFill>
                <a:latin typeface="DejaVu Sans"/>
                <a:ea typeface="DejaVu Sans"/>
                <a:cs typeface="DejaVu Sans"/>
              </a:defRPr>
            </a:lvl4pPr>
            <a:lvl5pPr>
              <a:defRPr sz="2025" b="0">
                <a:solidFill>
                  <a:srgbClr val="173B31"/>
                </a:solidFill>
                <a:latin typeface="DejaVu Sans"/>
                <a:ea typeface="DejaVu Sans"/>
                <a:cs typeface="DejaVu Sans"/>
              </a:defRPr>
            </a:lvl5pPr>
            <a:lvl6pPr>
              <a:defRPr sz="2025" b="0">
                <a:solidFill>
                  <a:srgbClr val="173B31"/>
                </a:solidFill>
                <a:latin typeface="DejaVu Sans"/>
                <a:ea typeface="DejaVu Sans"/>
                <a:cs typeface="DejaVu Sans"/>
              </a:defRPr>
            </a:lvl6pPr>
            <a:lvl7pPr>
              <a:defRPr sz="2025" b="0">
                <a:solidFill>
                  <a:srgbClr val="173B31"/>
                </a:solidFill>
                <a:latin typeface="DejaVu Sans"/>
                <a:ea typeface="DejaVu Sans"/>
                <a:cs typeface="DejaVu Sans"/>
              </a:defRPr>
            </a:lvl7pPr>
            <a:lvl8pPr>
              <a:defRPr sz="2025" b="0">
                <a:solidFill>
                  <a:srgbClr val="173B31"/>
                </a:solidFill>
                <a:latin typeface="DejaVu Sans"/>
                <a:ea typeface="DejaVu Sans"/>
                <a:cs typeface="DejaVu Sans"/>
              </a:defRPr>
            </a:lvl8pPr>
            <a:lvl9pPr>
              <a:defRPr sz="2025" b="0">
                <a:solidFill>
                  <a:srgbClr val="173B31"/>
                </a:solidFill>
                <a:latin typeface="DejaVu Sans"/>
                <a:ea typeface="DejaVu Sans"/>
                <a:cs typeface="DejaVu Sans"/>
              </a:defRPr>
            </a:lvl9pPr>
          </a:lstStyle>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prezi.com/pricing</a:t>
            </a:r>
          </a:p>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genially.com/plans</a:t>
            </a:r>
          </a:p>
        </p:txBody>
      </p:sp>
      <p:sp>
        <p:nvSpPr>
          <p:cNvPr id="11" name="text-10">
            <a:extLst xmlns:a="http://schemas.openxmlformats.org/drawingml/2006/main">
              <a:ext uri="{FF2B5EF4-FFF2-40B4-BE49-F238E27FC236}">
                <a16:creationId xmlns:a16="http://schemas.microsoft.com/office/drawing/2014/main" id="{877F0084-53A3-47CA-9F05-9080FF53FCF2}"/>
              </a:ext>
            </a:extLst>
          </p:cNvPr>
          <p:cNvSpPr>
            <a:spLocks xmlns:a="http://schemas.openxmlformats.org/drawingml/2006/main" noGrp="1"/>
          </p:cNvSpPr>
          <p:nvPr/>
        </p:nvSpPr>
        <p:spPr>
          <a:xfrm xmlns:a="http://schemas.openxmlformats.org/drawingml/2006/main">
            <a:off x="762000" y="619125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277747"/>
                </a:solidFill>
                <a:latin typeface="DejaVu Sans"/>
                <a:ea typeface="DejaVu Sans"/>
                <a:cs typeface="DejaVu Sans"/>
              </a:defRPr>
            </a:defPPr>
            <a:lvl1pPr>
              <a:defRPr sz="2175" b="1">
                <a:solidFill>
                  <a:srgbClr val="277747"/>
                </a:solidFill>
                <a:latin typeface="DejaVu Sans"/>
                <a:ea typeface="DejaVu Sans"/>
                <a:cs typeface="DejaVu Sans"/>
              </a:defRPr>
            </a:lvl1pPr>
            <a:lvl2pPr>
              <a:defRPr sz="2175" b="1">
                <a:solidFill>
                  <a:srgbClr val="277747"/>
                </a:solidFill>
                <a:latin typeface="DejaVu Sans"/>
                <a:ea typeface="DejaVu Sans"/>
                <a:cs typeface="DejaVu Sans"/>
              </a:defRPr>
            </a:lvl2pPr>
            <a:lvl3pPr>
              <a:defRPr sz="2175" b="1">
                <a:solidFill>
                  <a:srgbClr val="277747"/>
                </a:solidFill>
                <a:latin typeface="DejaVu Sans"/>
                <a:ea typeface="DejaVu Sans"/>
                <a:cs typeface="DejaVu Sans"/>
              </a:defRPr>
            </a:lvl3pPr>
            <a:lvl4pPr>
              <a:defRPr sz="2175" b="1">
                <a:solidFill>
                  <a:srgbClr val="277747"/>
                </a:solidFill>
                <a:latin typeface="DejaVu Sans"/>
                <a:ea typeface="DejaVu Sans"/>
                <a:cs typeface="DejaVu Sans"/>
              </a:defRPr>
            </a:lvl4pPr>
            <a:lvl5pPr>
              <a:defRPr sz="2175" b="1">
                <a:solidFill>
                  <a:srgbClr val="277747"/>
                </a:solidFill>
                <a:latin typeface="DejaVu Sans"/>
                <a:ea typeface="DejaVu Sans"/>
                <a:cs typeface="DejaVu Sans"/>
              </a:defRPr>
            </a:lvl5pPr>
            <a:lvl6pPr>
              <a:defRPr sz="2175" b="1">
                <a:solidFill>
                  <a:srgbClr val="277747"/>
                </a:solidFill>
                <a:latin typeface="DejaVu Sans"/>
                <a:ea typeface="DejaVu Sans"/>
                <a:cs typeface="DejaVu Sans"/>
              </a:defRPr>
            </a:lvl6pPr>
            <a:lvl7pPr>
              <a:defRPr sz="2175" b="1">
                <a:solidFill>
                  <a:srgbClr val="277747"/>
                </a:solidFill>
                <a:latin typeface="DejaVu Sans"/>
                <a:ea typeface="DejaVu Sans"/>
                <a:cs typeface="DejaVu Sans"/>
              </a:defRPr>
            </a:lvl7pPr>
            <a:lvl8pPr>
              <a:defRPr sz="2175" b="1">
                <a:solidFill>
                  <a:srgbClr val="277747"/>
                </a:solidFill>
                <a:latin typeface="DejaVu Sans"/>
                <a:ea typeface="DejaVu Sans"/>
                <a:cs typeface="DejaVu Sans"/>
              </a:defRPr>
            </a:lvl8pPr>
            <a:lvl9pPr>
              <a:defRPr sz="2175" b="1">
                <a:solidFill>
                  <a:srgbClr val="277747"/>
                </a:solidFill>
                <a:latin typeface="DejaVu Sans"/>
                <a:ea typeface="DejaVu Sans"/>
                <a:cs typeface="DejaVu Sans"/>
              </a:defRPr>
            </a:lvl9pPr>
          </a:lstStyle>
          <a:p xmlns:a="http://schemas.openxmlformats.org/drawingml/2006/main">
            <a:pPr>
              <a:defRPr sz="2175" b="1">
                <a:solidFill>
                  <a:srgbClr val="277747"/>
                </a:solidFill>
                <a:latin typeface="DejaVu Sans"/>
                <a:ea typeface="DejaVu Sans"/>
                <a:cs typeface="DejaVu Sans"/>
              </a:defRPr>
            </a:pPr>
            <a:r>
              <a:rPr sz="2175" b="1">
                <a:solidFill>
                  <a:srgbClr val="277747"/>
                </a:solidFill>
                <a:latin typeface="DejaVu Sans"/>
                <a:ea typeface="DejaVu Sans"/>
                <a:cs typeface="DejaVu Sans"/>
              </a:rPr>
              <a:t>Flourish / Mentimeter</a:t>
            </a:r>
          </a:p>
        </p:txBody>
      </p:sp>
      <p:sp>
        <p:nvSpPr>
          <p:cNvPr id="12" name="text-11">
            <a:extLst xmlns:a="http://schemas.openxmlformats.org/drawingml/2006/main">
              <a:ext uri="{FF2B5EF4-FFF2-40B4-BE49-F238E27FC236}">
                <a16:creationId xmlns:a16="http://schemas.microsoft.com/office/drawing/2014/main" id="{71131931-2E0E-4FE7-A410-07F72A576647}"/>
              </a:ext>
            </a:extLst>
          </p:cNvPr>
          <p:cNvSpPr>
            <a:spLocks xmlns:a="http://schemas.openxmlformats.org/drawingml/2006/main" noGrp="1"/>
          </p:cNvSpPr>
          <p:nvPr/>
        </p:nvSpPr>
        <p:spPr>
          <a:xfrm xmlns:a="http://schemas.openxmlformats.org/drawingml/2006/main">
            <a:off x="6667500" y="6191250"/>
            <a:ext cx="781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3B31"/>
                </a:solidFill>
                <a:latin typeface="DejaVu Sans"/>
                <a:ea typeface="DejaVu Sans"/>
                <a:cs typeface="DejaVu Sans"/>
              </a:defRPr>
            </a:defPPr>
            <a:lvl1pPr>
              <a:defRPr sz="2025" b="0">
                <a:solidFill>
                  <a:srgbClr val="173B31"/>
                </a:solidFill>
                <a:latin typeface="DejaVu Sans"/>
                <a:ea typeface="DejaVu Sans"/>
                <a:cs typeface="DejaVu Sans"/>
              </a:defRPr>
            </a:lvl1pPr>
            <a:lvl2pPr>
              <a:defRPr sz="2025" b="0">
                <a:solidFill>
                  <a:srgbClr val="173B31"/>
                </a:solidFill>
                <a:latin typeface="DejaVu Sans"/>
                <a:ea typeface="DejaVu Sans"/>
                <a:cs typeface="DejaVu Sans"/>
              </a:defRPr>
            </a:lvl2pPr>
            <a:lvl3pPr>
              <a:defRPr sz="2025" b="0">
                <a:solidFill>
                  <a:srgbClr val="173B31"/>
                </a:solidFill>
                <a:latin typeface="DejaVu Sans"/>
                <a:ea typeface="DejaVu Sans"/>
                <a:cs typeface="DejaVu Sans"/>
              </a:defRPr>
            </a:lvl3pPr>
            <a:lvl4pPr>
              <a:defRPr sz="2025" b="0">
                <a:solidFill>
                  <a:srgbClr val="173B31"/>
                </a:solidFill>
                <a:latin typeface="DejaVu Sans"/>
                <a:ea typeface="DejaVu Sans"/>
                <a:cs typeface="DejaVu Sans"/>
              </a:defRPr>
            </a:lvl4pPr>
            <a:lvl5pPr>
              <a:defRPr sz="2025" b="0">
                <a:solidFill>
                  <a:srgbClr val="173B31"/>
                </a:solidFill>
                <a:latin typeface="DejaVu Sans"/>
                <a:ea typeface="DejaVu Sans"/>
                <a:cs typeface="DejaVu Sans"/>
              </a:defRPr>
            </a:lvl5pPr>
            <a:lvl6pPr>
              <a:defRPr sz="2025" b="0">
                <a:solidFill>
                  <a:srgbClr val="173B31"/>
                </a:solidFill>
                <a:latin typeface="DejaVu Sans"/>
                <a:ea typeface="DejaVu Sans"/>
                <a:cs typeface="DejaVu Sans"/>
              </a:defRPr>
            </a:lvl6pPr>
            <a:lvl7pPr>
              <a:defRPr sz="2025" b="0">
                <a:solidFill>
                  <a:srgbClr val="173B31"/>
                </a:solidFill>
                <a:latin typeface="DejaVu Sans"/>
                <a:ea typeface="DejaVu Sans"/>
                <a:cs typeface="DejaVu Sans"/>
              </a:defRPr>
            </a:lvl7pPr>
            <a:lvl8pPr>
              <a:defRPr sz="2025" b="0">
                <a:solidFill>
                  <a:srgbClr val="173B31"/>
                </a:solidFill>
                <a:latin typeface="DejaVu Sans"/>
                <a:ea typeface="DejaVu Sans"/>
                <a:cs typeface="DejaVu Sans"/>
              </a:defRPr>
            </a:lvl8pPr>
            <a:lvl9pPr>
              <a:defRPr sz="2025" b="0">
                <a:solidFill>
                  <a:srgbClr val="173B31"/>
                </a:solidFill>
                <a:latin typeface="DejaVu Sans"/>
                <a:ea typeface="DejaVu Sans"/>
                <a:cs typeface="DejaVu Sans"/>
              </a:defRPr>
            </a:lvl9pPr>
          </a:lstStyle>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flourish.studio/pricing</a:t>
            </a:r>
          </a:p>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mentimeter.com/plans</a:t>
            </a:r>
          </a:p>
        </p:txBody>
      </p:sp>
    </p:spTree>
    <p:extLst>
      <p:ext uri="{BB962C8B-B14F-4D97-AF65-F5344CB8AC3E}">
        <p14:creationId xmlns:p14="http://schemas.microsoft.com/office/powerpoint/2010/main" val="17721638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9A502CD-60C1-4FE7-9503-C38212313F71}"/>
              </a:ext>
            </a:extLst>
          </p:cNvPr>
          <p:cNvSpPr>
            <a:spLocks xmlns:a="http://schemas.openxmlformats.org/drawingml/2006/main" noGrp="1"/>
          </p:cNvSpPr>
          <p:nvPr/>
        </p:nvSpPr>
        <p:spPr>
          <a:xfrm xmlns:a="http://schemas.openxmlformats.org/drawingml/2006/main">
            <a:off x="666750" y="542925"/>
            <a:ext cx="1381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75" b="1">
                <a:solidFill>
                  <a:srgbClr val="173B31"/>
                </a:solidFill>
                <a:latin typeface="DejaVu Sans"/>
                <a:ea typeface="DejaVu Sans"/>
                <a:cs typeface="DejaVu Sans"/>
              </a:defRPr>
            </a:defPPr>
            <a:lvl1pPr>
              <a:defRPr sz="3675" b="1">
                <a:solidFill>
                  <a:srgbClr val="173B31"/>
                </a:solidFill>
                <a:latin typeface="DejaVu Sans"/>
                <a:ea typeface="DejaVu Sans"/>
                <a:cs typeface="DejaVu Sans"/>
              </a:defRPr>
            </a:lvl1pPr>
            <a:lvl2pPr>
              <a:defRPr sz="3675" b="1">
                <a:solidFill>
                  <a:srgbClr val="173B31"/>
                </a:solidFill>
                <a:latin typeface="DejaVu Sans"/>
                <a:ea typeface="DejaVu Sans"/>
                <a:cs typeface="DejaVu Sans"/>
              </a:defRPr>
            </a:lvl2pPr>
            <a:lvl3pPr>
              <a:defRPr sz="3675" b="1">
                <a:solidFill>
                  <a:srgbClr val="173B31"/>
                </a:solidFill>
                <a:latin typeface="DejaVu Sans"/>
                <a:ea typeface="DejaVu Sans"/>
                <a:cs typeface="DejaVu Sans"/>
              </a:defRPr>
            </a:lvl3pPr>
            <a:lvl4pPr>
              <a:defRPr sz="3675" b="1">
                <a:solidFill>
                  <a:srgbClr val="173B31"/>
                </a:solidFill>
                <a:latin typeface="DejaVu Sans"/>
                <a:ea typeface="DejaVu Sans"/>
                <a:cs typeface="DejaVu Sans"/>
              </a:defRPr>
            </a:lvl4pPr>
            <a:lvl5pPr>
              <a:defRPr sz="3675" b="1">
                <a:solidFill>
                  <a:srgbClr val="173B31"/>
                </a:solidFill>
                <a:latin typeface="DejaVu Sans"/>
                <a:ea typeface="DejaVu Sans"/>
                <a:cs typeface="DejaVu Sans"/>
              </a:defRPr>
            </a:lvl5pPr>
            <a:lvl6pPr>
              <a:defRPr sz="3675" b="1">
                <a:solidFill>
                  <a:srgbClr val="173B31"/>
                </a:solidFill>
                <a:latin typeface="DejaVu Sans"/>
                <a:ea typeface="DejaVu Sans"/>
                <a:cs typeface="DejaVu Sans"/>
              </a:defRPr>
            </a:lvl6pPr>
            <a:lvl7pPr>
              <a:defRPr sz="3675" b="1">
                <a:solidFill>
                  <a:srgbClr val="173B31"/>
                </a:solidFill>
                <a:latin typeface="DejaVu Sans"/>
                <a:ea typeface="DejaVu Sans"/>
                <a:cs typeface="DejaVu Sans"/>
              </a:defRPr>
            </a:lvl7pPr>
            <a:lvl8pPr>
              <a:defRPr sz="3675" b="1">
                <a:solidFill>
                  <a:srgbClr val="173B31"/>
                </a:solidFill>
                <a:latin typeface="DejaVu Sans"/>
                <a:ea typeface="DejaVu Sans"/>
                <a:cs typeface="DejaVu Sans"/>
              </a:defRPr>
            </a:lvl8pPr>
            <a:lvl9pPr>
              <a:defRPr sz="3675" b="1">
                <a:solidFill>
                  <a:srgbClr val="173B31"/>
                </a:solidFill>
                <a:latin typeface="DejaVu Sans"/>
                <a:ea typeface="DejaVu Sans"/>
                <a:cs typeface="DejaVu Sans"/>
              </a:defRPr>
            </a:lvl9pPr>
          </a:lstStyle>
          <a:p xmlns:a="http://schemas.openxmlformats.org/drawingml/2006/main">
            <a:pPr>
              <a:defRPr sz="3675" b="1">
                <a:solidFill>
                  <a:srgbClr val="173B31"/>
                </a:solidFill>
                <a:latin typeface="DejaVu Sans"/>
                <a:ea typeface="DejaVu Sans"/>
                <a:cs typeface="DejaVu Sans"/>
              </a:defRPr>
            </a:pPr>
            <a:r>
              <a:rPr sz="3675" b="1">
                <a:solidFill>
                  <a:srgbClr val="173B31"/>
                </a:solidFill>
                <a:latin typeface="DejaVu Sans"/>
                <a:ea typeface="DejaVu Sans"/>
                <a:cs typeface="DejaVu Sans"/>
              </a:rPr>
              <a:t>Fuentes y enlaces de consulta</a:t>
            </a:r>
          </a:p>
        </p:txBody>
      </p:sp>
      <p:sp>
        <p:nvSpPr>
          <p:cNvPr id="2" name="text-1">
            <a:extLst xmlns:a="http://schemas.openxmlformats.org/drawingml/2006/main">
              <a:ext uri="{FF2B5EF4-FFF2-40B4-BE49-F238E27FC236}">
                <a16:creationId xmlns:a16="http://schemas.microsoft.com/office/drawing/2014/main" id="{FAF9EE7C-1119-41F6-AEFF-13DEEFA16C6E}"/>
              </a:ext>
            </a:extLst>
          </p:cNvPr>
          <p:cNvSpPr>
            <a:spLocks xmlns:a="http://schemas.openxmlformats.org/drawingml/2006/main" noGrp="1"/>
          </p:cNvSpPr>
          <p:nvPr/>
        </p:nvSpPr>
        <p:spPr>
          <a:xfrm xmlns:a="http://schemas.openxmlformats.org/drawingml/2006/main">
            <a:off x="685800" y="1400175"/>
            <a:ext cx="1371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A62"/>
                </a:solidFill>
                <a:latin typeface="DejaVu Sans"/>
                <a:ea typeface="DejaVu Sans"/>
                <a:cs typeface="DejaVu Sans"/>
              </a:defRPr>
            </a:defPPr>
            <a:lvl1pPr>
              <a:defRPr sz="1875" b="0">
                <a:solidFill>
                  <a:srgbClr val="536A62"/>
                </a:solidFill>
                <a:latin typeface="DejaVu Sans"/>
                <a:ea typeface="DejaVu Sans"/>
                <a:cs typeface="DejaVu Sans"/>
              </a:defRPr>
            </a:lvl1pPr>
            <a:lvl2pPr>
              <a:defRPr sz="1875" b="0">
                <a:solidFill>
                  <a:srgbClr val="536A62"/>
                </a:solidFill>
                <a:latin typeface="DejaVu Sans"/>
                <a:ea typeface="DejaVu Sans"/>
                <a:cs typeface="DejaVu Sans"/>
              </a:defRPr>
            </a:lvl2pPr>
            <a:lvl3pPr>
              <a:defRPr sz="1875" b="0">
                <a:solidFill>
                  <a:srgbClr val="536A62"/>
                </a:solidFill>
                <a:latin typeface="DejaVu Sans"/>
                <a:ea typeface="DejaVu Sans"/>
                <a:cs typeface="DejaVu Sans"/>
              </a:defRPr>
            </a:lvl3pPr>
            <a:lvl4pPr>
              <a:defRPr sz="1875" b="0">
                <a:solidFill>
                  <a:srgbClr val="536A62"/>
                </a:solidFill>
                <a:latin typeface="DejaVu Sans"/>
                <a:ea typeface="DejaVu Sans"/>
                <a:cs typeface="DejaVu Sans"/>
              </a:defRPr>
            </a:lvl4pPr>
            <a:lvl5pPr>
              <a:defRPr sz="1875" b="0">
                <a:solidFill>
                  <a:srgbClr val="536A62"/>
                </a:solidFill>
                <a:latin typeface="DejaVu Sans"/>
                <a:ea typeface="DejaVu Sans"/>
                <a:cs typeface="DejaVu Sans"/>
              </a:defRPr>
            </a:lvl5pPr>
            <a:lvl6pPr>
              <a:defRPr sz="1875" b="0">
                <a:solidFill>
                  <a:srgbClr val="536A62"/>
                </a:solidFill>
                <a:latin typeface="DejaVu Sans"/>
                <a:ea typeface="DejaVu Sans"/>
                <a:cs typeface="DejaVu Sans"/>
              </a:defRPr>
            </a:lvl6pPr>
            <a:lvl7pPr>
              <a:defRPr sz="1875" b="0">
                <a:solidFill>
                  <a:srgbClr val="536A62"/>
                </a:solidFill>
                <a:latin typeface="DejaVu Sans"/>
                <a:ea typeface="DejaVu Sans"/>
                <a:cs typeface="DejaVu Sans"/>
              </a:defRPr>
            </a:lvl7pPr>
            <a:lvl8pPr>
              <a:defRPr sz="1875" b="0">
                <a:solidFill>
                  <a:srgbClr val="536A62"/>
                </a:solidFill>
                <a:latin typeface="DejaVu Sans"/>
                <a:ea typeface="DejaVu Sans"/>
                <a:cs typeface="DejaVu Sans"/>
              </a:defRPr>
            </a:lvl8pPr>
            <a:lvl9pPr>
              <a:defRPr sz="1875" b="0">
                <a:solidFill>
                  <a:srgbClr val="536A62"/>
                </a:solidFill>
                <a:latin typeface="DejaVu Sans"/>
                <a:ea typeface="DejaVu Sans"/>
                <a:cs typeface="DejaVu Sans"/>
              </a:defRPr>
            </a:lvl9pPr>
          </a:lstStyle>
          <a:p xmlns:a="http://schemas.openxmlformats.org/drawingml/2006/main">
            <a:pPr>
              <a:defRPr sz="1875" b="0">
                <a:solidFill>
                  <a:srgbClr val="536A62"/>
                </a:solidFill>
                <a:latin typeface="DejaVu Sans"/>
                <a:ea typeface="DejaVu Sans"/>
                <a:cs typeface="DejaVu Sans"/>
              </a:defRPr>
            </a:pPr>
            <a:r>
              <a:rPr sz="1875" b="0">
                <a:solidFill>
                  <a:srgbClr val="536A62"/>
                </a:solidFill>
                <a:latin typeface="DejaVu Sans"/>
                <a:ea typeface="DejaVu Sans"/>
                <a:cs typeface="DejaVu Sans"/>
              </a:rPr>
              <a:t>Sitios oficiales revisados el 23 de octubre de 2026. Los enlaces completos están en las notas.</a:t>
            </a:r>
          </a:p>
        </p:txBody>
      </p:sp>
      <p:sp>
        <p:nvSpPr>
          <p:cNvPr id="3" name="text-2">
            <a:extLst xmlns:a="http://schemas.openxmlformats.org/drawingml/2006/main">
              <a:ext uri="{FF2B5EF4-FFF2-40B4-BE49-F238E27FC236}">
                <a16:creationId xmlns:a16="http://schemas.microsoft.com/office/drawing/2014/main" id="{BA40AC03-8CAE-4763-955D-63E24942B23F}"/>
              </a:ext>
            </a:extLst>
          </p:cNvPr>
          <p:cNvSpPr>
            <a:spLocks xmlns:a="http://schemas.openxmlformats.org/drawingml/2006/main" noGrp="1"/>
          </p:cNvSpPr>
          <p:nvPr/>
        </p:nvSpPr>
        <p:spPr>
          <a:xfrm xmlns:a="http://schemas.openxmlformats.org/drawingml/2006/main">
            <a:off x="685800" y="8105775"/>
            <a:ext cx="1143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MinAmbiente · Conversación viva</a:t>
            </a:r>
          </a:p>
        </p:txBody>
      </p:sp>
      <p:sp>
        <p:nvSpPr>
          <p:cNvPr id="4" name="text-3">
            <a:extLst xmlns:a="http://schemas.openxmlformats.org/drawingml/2006/main">
              <a:ext uri="{FF2B5EF4-FFF2-40B4-BE49-F238E27FC236}">
                <a16:creationId xmlns:a16="http://schemas.microsoft.com/office/drawing/2014/main" id="{00017DCE-7E90-44B0-8411-822D08776657}"/>
              </a:ext>
            </a:extLst>
          </p:cNvPr>
          <p:cNvSpPr>
            <a:spLocks xmlns:a="http://schemas.openxmlformats.org/drawingml/2006/main" noGrp="1"/>
          </p:cNvSpPr>
          <p:nvPr/>
        </p:nvSpPr>
        <p:spPr>
          <a:xfrm xmlns:a="http://schemas.openxmlformats.org/drawingml/2006/main">
            <a:off x="14049375" y="8105775"/>
            <a:ext cx="47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125" b="0">
                <a:solidFill>
                  <a:srgbClr val="536A62"/>
                </a:solidFill>
                <a:latin typeface="DejaVu Sans"/>
                <a:ea typeface="DejaVu Sans"/>
                <a:cs typeface="DejaVu Sans"/>
              </a:defRPr>
            </a:defPPr>
            <a:lvl1pPr>
              <a:defRPr sz="1125" b="0">
                <a:solidFill>
                  <a:srgbClr val="536A62"/>
                </a:solidFill>
                <a:latin typeface="DejaVu Sans"/>
                <a:ea typeface="DejaVu Sans"/>
                <a:cs typeface="DejaVu Sans"/>
              </a:defRPr>
            </a:lvl1pPr>
            <a:lvl2pPr>
              <a:defRPr sz="1125" b="0">
                <a:solidFill>
                  <a:srgbClr val="536A62"/>
                </a:solidFill>
                <a:latin typeface="DejaVu Sans"/>
                <a:ea typeface="DejaVu Sans"/>
                <a:cs typeface="DejaVu Sans"/>
              </a:defRPr>
            </a:lvl2pPr>
            <a:lvl3pPr>
              <a:defRPr sz="1125" b="0">
                <a:solidFill>
                  <a:srgbClr val="536A62"/>
                </a:solidFill>
                <a:latin typeface="DejaVu Sans"/>
                <a:ea typeface="DejaVu Sans"/>
                <a:cs typeface="DejaVu Sans"/>
              </a:defRPr>
            </a:lvl3pPr>
            <a:lvl4pPr>
              <a:defRPr sz="1125" b="0">
                <a:solidFill>
                  <a:srgbClr val="536A62"/>
                </a:solidFill>
                <a:latin typeface="DejaVu Sans"/>
                <a:ea typeface="DejaVu Sans"/>
                <a:cs typeface="DejaVu Sans"/>
              </a:defRPr>
            </a:lvl4pPr>
            <a:lvl5pPr>
              <a:defRPr sz="1125" b="0">
                <a:solidFill>
                  <a:srgbClr val="536A62"/>
                </a:solidFill>
                <a:latin typeface="DejaVu Sans"/>
                <a:ea typeface="DejaVu Sans"/>
                <a:cs typeface="DejaVu Sans"/>
              </a:defRPr>
            </a:lvl5pPr>
            <a:lvl6pPr>
              <a:defRPr sz="1125" b="0">
                <a:solidFill>
                  <a:srgbClr val="536A62"/>
                </a:solidFill>
                <a:latin typeface="DejaVu Sans"/>
                <a:ea typeface="DejaVu Sans"/>
                <a:cs typeface="DejaVu Sans"/>
              </a:defRPr>
            </a:lvl6pPr>
            <a:lvl7pPr>
              <a:defRPr sz="1125" b="0">
                <a:solidFill>
                  <a:srgbClr val="536A62"/>
                </a:solidFill>
                <a:latin typeface="DejaVu Sans"/>
                <a:ea typeface="DejaVu Sans"/>
                <a:cs typeface="DejaVu Sans"/>
              </a:defRPr>
            </a:lvl7pPr>
            <a:lvl8pPr>
              <a:defRPr sz="1125" b="0">
                <a:solidFill>
                  <a:srgbClr val="536A62"/>
                </a:solidFill>
                <a:latin typeface="DejaVu Sans"/>
                <a:ea typeface="DejaVu Sans"/>
                <a:cs typeface="DejaVu Sans"/>
              </a:defRPr>
            </a:lvl8pPr>
            <a:lvl9pPr>
              <a:defRPr sz="1125" b="0">
                <a:solidFill>
                  <a:srgbClr val="536A62"/>
                </a:solidFill>
                <a:latin typeface="DejaVu Sans"/>
                <a:ea typeface="DejaVu Sans"/>
                <a:cs typeface="DejaVu Sans"/>
              </a:defRPr>
            </a:lvl9pPr>
          </a:lstStyle>
          <a:p xmlns:a="http://schemas.openxmlformats.org/drawingml/2006/main">
            <a:pPr>
              <a:defRPr sz="1125" b="0">
                <a:solidFill>
                  <a:srgbClr val="536A62"/>
                </a:solidFill>
                <a:latin typeface="DejaVu Sans"/>
                <a:ea typeface="DejaVu Sans"/>
                <a:cs typeface="DejaVu Sans"/>
              </a:defRPr>
            </a:pPr>
            <a:r>
              <a:rPr sz="1125" b="0">
                <a:solidFill>
                  <a:srgbClr val="536A62"/>
                </a:solidFill>
                <a:latin typeface="DejaVu Sans"/>
                <a:ea typeface="DejaVu Sans"/>
                <a:cs typeface="DejaVu Sans"/>
              </a:rPr>
              <a:t>16</a:t>
            </a:r>
          </a:p>
        </p:txBody>
      </p:sp>
      <p:sp>
        <p:nvSpPr>
          <p:cNvPr id="5" name="text-4">
            <a:extLst xmlns:a="http://schemas.openxmlformats.org/drawingml/2006/main">
              <a:ext uri="{FF2B5EF4-FFF2-40B4-BE49-F238E27FC236}">
                <a16:creationId xmlns:a16="http://schemas.microsoft.com/office/drawing/2014/main" id="{E8606BEE-C6E8-4193-8C9A-1CD1F00EA354}"/>
              </a:ext>
            </a:extLst>
          </p:cNvPr>
          <p:cNvSpPr>
            <a:spLocks xmlns:a="http://schemas.openxmlformats.org/drawingml/2006/main" noGrp="1"/>
          </p:cNvSpPr>
          <p:nvPr/>
        </p:nvSpPr>
        <p:spPr>
          <a:xfrm xmlns:a="http://schemas.openxmlformats.org/drawingml/2006/main">
            <a:off x="762000" y="2381250"/>
            <a:ext cx="533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277747"/>
                </a:solidFill>
                <a:latin typeface="DejaVu Sans"/>
                <a:ea typeface="DejaVu Sans"/>
                <a:cs typeface="DejaVu Sans"/>
              </a:defRPr>
            </a:defPPr>
            <a:lvl1pPr>
              <a:defRPr sz="2100" b="1">
                <a:solidFill>
                  <a:srgbClr val="277747"/>
                </a:solidFill>
                <a:latin typeface="DejaVu Sans"/>
                <a:ea typeface="DejaVu Sans"/>
                <a:cs typeface="DejaVu Sans"/>
              </a:defRPr>
            </a:lvl1pPr>
            <a:lvl2pPr>
              <a:defRPr sz="2100" b="1">
                <a:solidFill>
                  <a:srgbClr val="277747"/>
                </a:solidFill>
                <a:latin typeface="DejaVu Sans"/>
                <a:ea typeface="DejaVu Sans"/>
                <a:cs typeface="DejaVu Sans"/>
              </a:defRPr>
            </a:lvl2pPr>
            <a:lvl3pPr>
              <a:defRPr sz="2100" b="1">
                <a:solidFill>
                  <a:srgbClr val="277747"/>
                </a:solidFill>
                <a:latin typeface="DejaVu Sans"/>
                <a:ea typeface="DejaVu Sans"/>
                <a:cs typeface="DejaVu Sans"/>
              </a:defRPr>
            </a:lvl3pPr>
            <a:lvl4pPr>
              <a:defRPr sz="2100" b="1">
                <a:solidFill>
                  <a:srgbClr val="277747"/>
                </a:solidFill>
                <a:latin typeface="DejaVu Sans"/>
                <a:ea typeface="DejaVu Sans"/>
                <a:cs typeface="DejaVu Sans"/>
              </a:defRPr>
            </a:lvl4pPr>
            <a:lvl5pPr>
              <a:defRPr sz="2100" b="1">
                <a:solidFill>
                  <a:srgbClr val="277747"/>
                </a:solidFill>
                <a:latin typeface="DejaVu Sans"/>
                <a:ea typeface="DejaVu Sans"/>
                <a:cs typeface="DejaVu Sans"/>
              </a:defRPr>
            </a:lvl5pPr>
            <a:lvl6pPr>
              <a:defRPr sz="2100" b="1">
                <a:solidFill>
                  <a:srgbClr val="277747"/>
                </a:solidFill>
                <a:latin typeface="DejaVu Sans"/>
                <a:ea typeface="DejaVu Sans"/>
                <a:cs typeface="DejaVu Sans"/>
              </a:defRPr>
            </a:lvl6pPr>
            <a:lvl7pPr>
              <a:defRPr sz="2100" b="1">
                <a:solidFill>
                  <a:srgbClr val="277747"/>
                </a:solidFill>
                <a:latin typeface="DejaVu Sans"/>
                <a:ea typeface="DejaVu Sans"/>
                <a:cs typeface="DejaVu Sans"/>
              </a:defRPr>
            </a:lvl7pPr>
            <a:lvl8pPr>
              <a:defRPr sz="2100" b="1">
                <a:solidFill>
                  <a:srgbClr val="277747"/>
                </a:solidFill>
                <a:latin typeface="DejaVu Sans"/>
                <a:ea typeface="DejaVu Sans"/>
                <a:cs typeface="DejaVu Sans"/>
              </a:defRPr>
            </a:lvl8pPr>
            <a:lvl9pPr>
              <a:defRPr sz="2100" b="1">
                <a:solidFill>
                  <a:srgbClr val="277747"/>
                </a:solidFill>
                <a:latin typeface="DejaVu Sans"/>
                <a:ea typeface="DejaVu Sans"/>
                <a:cs typeface="DejaVu Sans"/>
              </a:defRPr>
            </a:lvl9pPr>
          </a:lstStyle>
          <a:p xmlns:a="http://schemas.openxmlformats.org/drawingml/2006/main">
            <a:pPr>
              <a:defRPr sz="2100" b="1">
                <a:solidFill>
                  <a:srgbClr val="277747"/>
                </a:solidFill>
                <a:latin typeface="DejaVu Sans"/>
                <a:ea typeface="DejaVu Sans"/>
                <a:cs typeface="DejaVu Sans"/>
              </a:defRPr>
            </a:pPr>
            <a:r>
              <a:rPr sz="2100" b="1">
                <a:solidFill>
                  <a:srgbClr val="277747"/>
                </a:solidFill>
                <a:latin typeface="DejaVu Sans"/>
                <a:ea typeface="DejaVu Sans"/>
                <a:cs typeface="DejaVu Sans"/>
              </a:rPr>
              <a:t>Mapas con IA</a:t>
            </a:r>
          </a:p>
        </p:txBody>
      </p:sp>
      <p:sp>
        <p:nvSpPr>
          <p:cNvPr id="6" name="text-5">
            <a:extLst xmlns:a="http://schemas.openxmlformats.org/drawingml/2006/main">
              <a:ext uri="{FF2B5EF4-FFF2-40B4-BE49-F238E27FC236}">
                <a16:creationId xmlns:a16="http://schemas.microsoft.com/office/drawing/2014/main" id="{85CF69AC-8001-4091-857F-D4A3F048488A}"/>
              </a:ext>
            </a:extLst>
          </p:cNvPr>
          <p:cNvSpPr>
            <a:spLocks xmlns:a="http://schemas.openxmlformats.org/drawingml/2006/main" noGrp="1"/>
          </p:cNvSpPr>
          <p:nvPr/>
        </p:nvSpPr>
        <p:spPr>
          <a:xfrm xmlns:a="http://schemas.openxmlformats.org/drawingml/2006/main">
            <a:off x="6667500" y="2381250"/>
            <a:ext cx="7620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3B31"/>
                </a:solidFill>
                <a:latin typeface="DejaVu Sans"/>
                <a:ea typeface="DejaVu Sans"/>
                <a:cs typeface="DejaVu Sans"/>
              </a:defRPr>
            </a:defPPr>
            <a:lvl1pPr>
              <a:defRPr sz="2025" b="0">
                <a:solidFill>
                  <a:srgbClr val="173B31"/>
                </a:solidFill>
                <a:latin typeface="DejaVu Sans"/>
                <a:ea typeface="DejaVu Sans"/>
                <a:cs typeface="DejaVu Sans"/>
              </a:defRPr>
            </a:lvl1pPr>
            <a:lvl2pPr>
              <a:defRPr sz="2025" b="0">
                <a:solidFill>
                  <a:srgbClr val="173B31"/>
                </a:solidFill>
                <a:latin typeface="DejaVu Sans"/>
                <a:ea typeface="DejaVu Sans"/>
                <a:cs typeface="DejaVu Sans"/>
              </a:defRPr>
            </a:lvl2pPr>
            <a:lvl3pPr>
              <a:defRPr sz="2025" b="0">
                <a:solidFill>
                  <a:srgbClr val="173B31"/>
                </a:solidFill>
                <a:latin typeface="DejaVu Sans"/>
                <a:ea typeface="DejaVu Sans"/>
                <a:cs typeface="DejaVu Sans"/>
              </a:defRPr>
            </a:lvl3pPr>
            <a:lvl4pPr>
              <a:defRPr sz="2025" b="0">
                <a:solidFill>
                  <a:srgbClr val="173B31"/>
                </a:solidFill>
                <a:latin typeface="DejaVu Sans"/>
                <a:ea typeface="DejaVu Sans"/>
                <a:cs typeface="DejaVu Sans"/>
              </a:defRPr>
            </a:lvl4pPr>
            <a:lvl5pPr>
              <a:defRPr sz="2025" b="0">
                <a:solidFill>
                  <a:srgbClr val="173B31"/>
                </a:solidFill>
                <a:latin typeface="DejaVu Sans"/>
                <a:ea typeface="DejaVu Sans"/>
                <a:cs typeface="DejaVu Sans"/>
              </a:defRPr>
            </a:lvl5pPr>
            <a:lvl6pPr>
              <a:defRPr sz="2025" b="0">
                <a:solidFill>
                  <a:srgbClr val="173B31"/>
                </a:solidFill>
                <a:latin typeface="DejaVu Sans"/>
                <a:ea typeface="DejaVu Sans"/>
                <a:cs typeface="DejaVu Sans"/>
              </a:defRPr>
            </a:lvl6pPr>
            <a:lvl7pPr>
              <a:defRPr sz="2025" b="0">
                <a:solidFill>
                  <a:srgbClr val="173B31"/>
                </a:solidFill>
                <a:latin typeface="DejaVu Sans"/>
                <a:ea typeface="DejaVu Sans"/>
                <a:cs typeface="DejaVu Sans"/>
              </a:defRPr>
            </a:lvl7pPr>
            <a:lvl8pPr>
              <a:defRPr sz="2025" b="0">
                <a:solidFill>
                  <a:srgbClr val="173B31"/>
                </a:solidFill>
                <a:latin typeface="DejaVu Sans"/>
                <a:ea typeface="DejaVu Sans"/>
                <a:cs typeface="DejaVu Sans"/>
              </a:defRPr>
            </a:lvl8pPr>
            <a:lvl9pPr>
              <a:defRPr sz="2025" b="0">
                <a:solidFill>
                  <a:srgbClr val="173B31"/>
                </a:solidFill>
                <a:latin typeface="DejaVu Sans"/>
                <a:ea typeface="DejaVu Sans"/>
                <a:cs typeface="DejaVu Sans"/>
              </a:defRPr>
            </a:lvl9pPr>
          </a:lstStyle>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noidare.com · mymap.ai</a:t>
            </a:r>
          </a:p>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miro.com/ai/mind-map-ai · gitmind.com</a:t>
            </a:r>
          </a:p>
        </p:txBody>
      </p:sp>
      <p:sp>
        <p:nvSpPr>
          <p:cNvPr id="7" name="text-6">
            <a:extLst xmlns:a="http://schemas.openxmlformats.org/drawingml/2006/main">
              <a:ext uri="{FF2B5EF4-FFF2-40B4-BE49-F238E27FC236}">
                <a16:creationId xmlns:a16="http://schemas.microsoft.com/office/drawing/2014/main" id="{48D84E3E-C74F-446A-B938-A3E40BB6F4F9}"/>
              </a:ext>
            </a:extLst>
          </p:cNvPr>
          <p:cNvSpPr>
            <a:spLocks xmlns:a="http://schemas.openxmlformats.org/drawingml/2006/main" noGrp="1"/>
          </p:cNvSpPr>
          <p:nvPr/>
        </p:nvSpPr>
        <p:spPr>
          <a:xfrm xmlns:a="http://schemas.openxmlformats.org/drawingml/2006/main">
            <a:off x="762000" y="3638550"/>
            <a:ext cx="533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277747"/>
                </a:solidFill>
                <a:latin typeface="DejaVu Sans"/>
                <a:ea typeface="DejaVu Sans"/>
                <a:cs typeface="DejaVu Sans"/>
              </a:defRPr>
            </a:defPPr>
            <a:lvl1pPr>
              <a:defRPr sz="2100" b="1">
                <a:solidFill>
                  <a:srgbClr val="277747"/>
                </a:solidFill>
                <a:latin typeface="DejaVu Sans"/>
                <a:ea typeface="DejaVu Sans"/>
                <a:cs typeface="DejaVu Sans"/>
              </a:defRPr>
            </a:lvl1pPr>
            <a:lvl2pPr>
              <a:defRPr sz="2100" b="1">
                <a:solidFill>
                  <a:srgbClr val="277747"/>
                </a:solidFill>
                <a:latin typeface="DejaVu Sans"/>
                <a:ea typeface="DejaVu Sans"/>
                <a:cs typeface="DejaVu Sans"/>
              </a:defRPr>
            </a:lvl2pPr>
            <a:lvl3pPr>
              <a:defRPr sz="2100" b="1">
                <a:solidFill>
                  <a:srgbClr val="277747"/>
                </a:solidFill>
                <a:latin typeface="DejaVu Sans"/>
                <a:ea typeface="DejaVu Sans"/>
                <a:cs typeface="DejaVu Sans"/>
              </a:defRPr>
            </a:lvl3pPr>
            <a:lvl4pPr>
              <a:defRPr sz="2100" b="1">
                <a:solidFill>
                  <a:srgbClr val="277747"/>
                </a:solidFill>
                <a:latin typeface="DejaVu Sans"/>
                <a:ea typeface="DejaVu Sans"/>
                <a:cs typeface="DejaVu Sans"/>
              </a:defRPr>
            </a:lvl4pPr>
            <a:lvl5pPr>
              <a:defRPr sz="2100" b="1">
                <a:solidFill>
                  <a:srgbClr val="277747"/>
                </a:solidFill>
                <a:latin typeface="DejaVu Sans"/>
                <a:ea typeface="DejaVu Sans"/>
                <a:cs typeface="DejaVu Sans"/>
              </a:defRPr>
            </a:lvl5pPr>
            <a:lvl6pPr>
              <a:defRPr sz="2100" b="1">
                <a:solidFill>
                  <a:srgbClr val="277747"/>
                </a:solidFill>
                <a:latin typeface="DejaVu Sans"/>
                <a:ea typeface="DejaVu Sans"/>
                <a:cs typeface="DejaVu Sans"/>
              </a:defRPr>
            </a:lvl6pPr>
            <a:lvl7pPr>
              <a:defRPr sz="2100" b="1">
                <a:solidFill>
                  <a:srgbClr val="277747"/>
                </a:solidFill>
                <a:latin typeface="DejaVu Sans"/>
                <a:ea typeface="DejaVu Sans"/>
                <a:cs typeface="DejaVu Sans"/>
              </a:defRPr>
            </a:lvl7pPr>
            <a:lvl8pPr>
              <a:defRPr sz="2100" b="1">
                <a:solidFill>
                  <a:srgbClr val="277747"/>
                </a:solidFill>
                <a:latin typeface="DejaVu Sans"/>
                <a:ea typeface="DejaVu Sans"/>
                <a:cs typeface="DejaVu Sans"/>
              </a:defRPr>
            </a:lvl8pPr>
            <a:lvl9pPr>
              <a:defRPr sz="2100" b="1">
                <a:solidFill>
                  <a:srgbClr val="277747"/>
                </a:solidFill>
                <a:latin typeface="DejaVu Sans"/>
                <a:ea typeface="DejaVu Sans"/>
                <a:cs typeface="DejaVu Sans"/>
              </a:defRPr>
            </a:lvl9pPr>
          </a:lstStyle>
          <a:p xmlns:a="http://schemas.openxmlformats.org/drawingml/2006/main">
            <a:pPr>
              <a:defRPr sz="2100" b="1">
                <a:solidFill>
                  <a:srgbClr val="277747"/>
                </a:solidFill>
                <a:latin typeface="DejaVu Sans"/>
                <a:ea typeface="DejaVu Sans"/>
                <a:cs typeface="DejaVu Sans"/>
              </a:defRPr>
            </a:pPr>
            <a:r>
              <a:rPr sz="2100" b="1">
                <a:solidFill>
                  <a:srgbClr val="277747"/>
                </a:solidFill>
                <a:latin typeface="DejaVu Sans"/>
                <a:ea typeface="DejaVu Sans"/>
                <a:cs typeface="DejaVu Sans"/>
              </a:rPr>
              <a:t>Participación</a:t>
            </a:r>
          </a:p>
        </p:txBody>
      </p:sp>
      <p:sp>
        <p:nvSpPr>
          <p:cNvPr id="8" name="text-7">
            <a:extLst xmlns:a="http://schemas.openxmlformats.org/drawingml/2006/main">
              <a:ext uri="{FF2B5EF4-FFF2-40B4-BE49-F238E27FC236}">
                <a16:creationId xmlns:a16="http://schemas.microsoft.com/office/drawing/2014/main" id="{66685812-28C6-4426-BF5D-002E5C003CB9}"/>
              </a:ext>
            </a:extLst>
          </p:cNvPr>
          <p:cNvSpPr>
            <a:spLocks xmlns:a="http://schemas.openxmlformats.org/drawingml/2006/main" noGrp="1"/>
          </p:cNvSpPr>
          <p:nvPr/>
        </p:nvSpPr>
        <p:spPr>
          <a:xfrm xmlns:a="http://schemas.openxmlformats.org/drawingml/2006/main">
            <a:off x="6667500" y="3638550"/>
            <a:ext cx="7620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3B31"/>
                </a:solidFill>
                <a:latin typeface="DejaVu Sans"/>
                <a:ea typeface="DejaVu Sans"/>
                <a:cs typeface="DejaVu Sans"/>
              </a:defRPr>
            </a:defPPr>
            <a:lvl1pPr>
              <a:defRPr sz="2025" b="0">
                <a:solidFill>
                  <a:srgbClr val="173B31"/>
                </a:solidFill>
                <a:latin typeface="DejaVu Sans"/>
                <a:ea typeface="DejaVu Sans"/>
                <a:cs typeface="DejaVu Sans"/>
              </a:defRPr>
            </a:lvl1pPr>
            <a:lvl2pPr>
              <a:defRPr sz="2025" b="0">
                <a:solidFill>
                  <a:srgbClr val="173B31"/>
                </a:solidFill>
                <a:latin typeface="DejaVu Sans"/>
                <a:ea typeface="DejaVu Sans"/>
                <a:cs typeface="DejaVu Sans"/>
              </a:defRPr>
            </a:lvl2pPr>
            <a:lvl3pPr>
              <a:defRPr sz="2025" b="0">
                <a:solidFill>
                  <a:srgbClr val="173B31"/>
                </a:solidFill>
                <a:latin typeface="DejaVu Sans"/>
                <a:ea typeface="DejaVu Sans"/>
                <a:cs typeface="DejaVu Sans"/>
              </a:defRPr>
            </a:lvl3pPr>
            <a:lvl4pPr>
              <a:defRPr sz="2025" b="0">
                <a:solidFill>
                  <a:srgbClr val="173B31"/>
                </a:solidFill>
                <a:latin typeface="DejaVu Sans"/>
                <a:ea typeface="DejaVu Sans"/>
                <a:cs typeface="DejaVu Sans"/>
              </a:defRPr>
            </a:lvl4pPr>
            <a:lvl5pPr>
              <a:defRPr sz="2025" b="0">
                <a:solidFill>
                  <a:srgbClr val="173B31"/>
                </a:solidFill>
                <a:latin typeface="DejaVu Sans"/>
                <a:ea typeface="DejaVu Sans"/>
                <a:cs typeface="DejaVu Sans"/>
              </a:defRPr>
            </a:lvl5pPr>
            <a:lvl6pPr>
              <a:defRPr sz="2025" b="0">
                <a:solidFill>
                  <a:srgbClr val="173B31"/>
                </a:solidFill>
                <a:latin typeface="DejaVu Sans"/>
                <a:ea typeface="DejaVu Sans"/>
                <a:cs typeface="DejaVu Sans"/>
              </a:defRPr>
            </a:lvl6pPr>
            <a:lvl7pPr>
              <a:defRPr sz="2025" b="0">
                <a:solidFill>
                  <a:srgbClr val="173B31"/>
                </a:solidFill>
                <a:latin typeface="DejaVu Sans"/>
                <a:ea typeface="DejaVu Sans"/>
                <a:cs typeface="DejaVu Sans"/>
              </a:defRPr>
            </a:lvl7pPr>
            <a:lvl8pPr>
              <a:defRPr sz="2025" b="0">
                <a:solidFill>
                  <a:srgbClr val="173B31"/>
                </a:solidFill>
                <a:latin typeface="DejaVu Sans"/>
                <a:ea typeface="DejaVu Sans"/>
                <a:cs typeface="DejaVu Sans"/>
              </a:defRPr>
            </a:lvl8pPr>
            <a:lvl9pPr>
              <a:defRPr sz="2025" b="0">
                <a:solidFill>
                  <a:srgbClr val="173B31"/>
                </a:solidFill>
                <a:latin typeface="DejaVu Sans"/>
                <a:ea typeface="DejaVu Sans"/>
                <a:cs typeface="DejaVu Sans"/>
              </a:defRPr>
            </a:lvl9pPr>
          </a:lstStyle>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mentimeter.com · slido.com</a:t>
            </a:r>
          </a:p>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mindmeister.com</a:t>
            </a:r>
          </a:p>
        </p:txBody>
      </p:sp>
      <p:sp>
        <p:nvSpPr>
          <p:cNvPr id="9" name="text-8">
            <a:extLst xmlns:a="http://schemas.openxmlformats.org/drawingml/2006/main">
              <a:ext uri="{FF2B5EF4-FFF2-40B4-BE49-F238E27FC236}">
                <a16:creationId xmlns:a16="http://schemas.microsoft.com/office/drawing/2014/main" id="{443D891C-C099-42FE-8376-8975D7C7BB86}"/>
              </a:ext>
            </a:extLst>
          </p:cNvPr>
          <p:cNvSpPr>
            <a:spLocks xmlns:a="http://schemas.openxmlformats.org/drawingml/2006/main" noGrp="1"/>
          </p:cNvSpPr>
          <p:nvPr/>
        </p:nvSpPr>
        <p:spPr>
          <a:xfrm xmlns:a="http://schemas.openxmlformats.org/drawingml/2006/main">
            <a:off x="762000" y="4895850"/>
            <a:ext cx="533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277747"/>
                </a:solidFill>
                <a:latin typeface="DejaVu Sans"/>
                <a:ea typeface="DejaVu Sans"/>
                <a:cs typeface="DejaVu Sans"/>
              </a:defRPr>
            </a:defPPr>
            <a:lvl1pPr>
              <a:defRPr sz="2100" b="1">
                <a:solidFill>
                  <a:srgbClr val="277747"/>
                </a:solidFill>
                <a:latin typeface="DejaVu Sans"/>
                <a:ea typeface="DejaVu Sans"/>
                <a:cs typeface="DejaVu Sans"/>
              </a:defRPr>
            </a:lvl1pPr>
            <a:lvl2pPr>
              <a:defRPr sz="2100" b="1">
                <a:solidFill>
                  <a:srgbClr val="277747"/>
                </a:solidFill>
                <a:latin typeface="DejaVu Sans"/>
                <a:ea typeface="DejaVu Sans"/>
                <a:cs typeface="DejaVu Sans"/>
              </a:defRPr>
            </a:lvl2pPr>
            <a:lvl3pPr>
              <a:defRPr sz="2100" b="1">
                <a:solidFill>
                  <a:srgbClr val="277747"/>
                </a:solidFill>
                <a:latin typeface="DejaVu Sans"/>
                <a:ea typeface="DejaVu Sans"/>
                <a:cs typeface="DejaVu Sans"/>
              </a:defRPr>
            </a:lvl3pPr>
            <a:lvl4pPr>
              <a:defRPr sz="2100" b="1">
                <a:solidFill>
                  <a:srgbClr val="277747"/>
                </a:solidFill>
                <a:latin typeface="DejaVu Sans"/>
                <a:ea typeface="DejaVu Sans"/>
                <a:cs typeface="DejaVu Sans"/>
              </a:defRPr>
            </a:lvl4pPr>
            <a:lvl5pPr>
              <a:defRPr sz="2100" b="1">
                <a:solidFill>
                  <a:srgbClr val="277747"/>
                </a:solidFill>
                <a:latin typeface="DejaVu Sans"/>
                <a:ea typeface="DejaVu Sans"/>
                <a:cs typeface="DejaVu Sans"/>
              </a:defRPr>
            </a:lvl5pPr>
            <a:lvl6pPr>
              <a:defRPr sz="2100" b="1">
                <a:solidFill>
                  <a:srgbClr val="277747"/>
                </a:solidFill>
                <a:latin typeface="DejaVu Sans"/>
                <a:ea typeface="DejaVu Sans"/>
                <a:cs typeface="DejaVu Sans"/>
              </a:defRPr>
            </a:lvl6pPr>
            <a:lvl7pPr>
              <a:defRPr sz="2100" b="1">
                <a:solidFill>
                  <a:srgbClr val="277747"/>
                </a:solidFill>
                <a:latin typeface="DejaVu Sans"/>
                <a:ea typeface="DejaVu Sans"/>
                <a:cs typeface="DejaVu Sans"/>
              </a:defRPr>
            </a:lvl7pPr>
            <a:lvl8pPr>
              <a:defRPr sz="2100" b="1">
                <a:solidFill>
                  <a:srgbClr val="277747"/>
                </a:solidFill>
                <a:latin typeface="DejaVu Sans"/>
                <a:ea typeface="DejaVu Sans"/>
                <a:cs typeface="DejaVu Sans"/>
              </a:defRPr>
            </a:lvl8pPr>
            <a:lvl9pPr>
              <a:defRPr sz="2100" b="1">
                <a:solidFill>
                  <a:srgbClr val="277747"/>
                </a:solidFill>
                <a:latin typeface="DejaVu Sans"/>
                <a:ea typeface="DejaVu Sans"/>
                <a:cs typeface="DejaVu Sans"/>
              </a:defRPr>
            </a:lvl9pPr>
          </a:lstStyle>
          <a:p xmlns:a="http://schemas.openxmlformats.org/drawingml/2006/main">
            <a:pPr>
              <a:defRPr sz="2100" b="1">
                <a:solidFill>
                  <a:srgbClr val="277747"/>
                </a:solidFill>
                <a:latin typeface="DejaVu Sans"/>
                <a:ea typeface="DejaVu Sans"/>
                <a:cs typeface="DejaVu Sans"/>
              </a:defRPr>
            </a:pPr>
            <a:r>
              <a:rPr sz="2100" b="1">
                <a:solidFill>
                  <a:srgbClr val="277747"/>
                </a:solidFill>
                <a:latin typeface="DejaVu Sans"/>
                <a:ea typeface="DejaVu Sans"/>
                <a:cs typeface="DejaVu Sans"/>
              </a:rPr>
              <a:t>Voz e integración</a:t>
            </a:r>
          </a:p>
        </p:txBody>
      </p:sp>
      <p:sp>
        <p:nvSpPr>
          <p:cNvPr id="10" name="text-9">
            <a:extLst xmlns:a="http://schemas.openxmlformats.org/drawingml/2006/main">
              <a:ext uri="{FF2B5EF4-FFF2-40B4-BE49-F238E27FC236}">
                <a16:creationId xmlns:a16="http://schemas.microsoft.com/office/drawing/2014/main" id="{BEEF7623-6A74-4EDC-9881-18E64C072842}"/>
              </a:ext>
            </a:extLst>
          </p:cNvPr>
          <p:cNvSpPr>
            <a:spLocks xmlns:a="http://schemas.openxmlformats.org/drawingml/2006/main" noGrp="1"/>
          </p:cNvSpPr>
          <p:nvPr/>
        </p:nvSpPr>
        <p:spPr>
          <a:xfrm xmlns:a="http://schemas.openxmlformats.org/drawingml/2006/main">
            <a:off x="6667500" y="4895850"/>
            <a:ext cx="7620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3B31"/>
                </a:solidFill>
                <a:latin typeface="DejaVu Sans"/>
                <a:ea typeface="DejaVu Sans"/>
                <a:cs typeface="DejaVu Sans"/>
              </a:defRPr>
            </a:defPPr>
            <a:lvl1pPr>
              <a:defRPr sz="2025" b="0">
                <a:solidFill>
                  <a:srgbClr val="173B31"/>
                </a:solidFill>
                <a:latin typeface="DejaVu Sans"/>
                <a:ea typeface="DejaVu Sans"/>
                <a:cs typeface="DejaVu Sans"/>
              </a:defRPr>
            </a:lvl1pPr>
            <a:lvl2pPr>
              <a:defRPr sz="2025" b="0">
                <a:solidFill>
                  <a:srgbClr val="173B31"/>
                </a:solidFill>
                <a:latin typeface="DejaVu Sans"/>
                <a:ea typeface="DejaVu Sans"/>
                <a:cs typeface="DejaVu Sans"/>
              </a:defRPr>
            </a:lvl2pPr>
            <a:lvl3pPr>
              <a:defRPr sz="2025" b="0">
                <a:solidFill>
                  <a:srgbClr val="173B31"/>
                </a:solidFill>
                <a:latin typeface="DejaVu Sans"/>
                <a:ea typeface="DejaVu Sans"/>
                <a:cs typeface="DejaVu Sans"/>
              </a:defRPr>
            </a:lvl3pPr>
            <a:lvl4pPr>
              <a:defRPr sz="2025" b="0">
                <a:solidFill>
                  <a:srgbClr val="173B31"/>
                </a:solidFill>
                <a:latin typeface="DejaVu Sans"/>
                <a:ea typeface="DejaVu Sans"/>
                <a:cs typeface="DejaVu Sans"/>
              </a:defRPr>
            </a:lvl4pPr>
            <a:lvl5pPr>
              <a:defRPr sz="2025" b="0">
                <a:solidFill>
                  <a:srgbClr val="173B31"/>
                </a:solidFill>
                <a:latin typeface="DejaVu Sans"/>
                <a:ea typeface="DejaVu Sans"/>
                <a:cs typeface="DejaVu Sans"/>
              </a:defRPr>
            </a:lvl5pPr>
            <a:lvl6pPr>
              <a:defRPr sz="2025" b="0">
                <a:solidFill>
                  <a:srgbClr val="173B31"/>
                </a:solidFill>
                <a:latin typeface="DejaVu Sans"/>
                <a:ea typeface="DejaVu Sans"/>
                <a:cs typeface="DejaVu Sans"/>
              </a:defRPr>
            </a:lvl6pPr>
            <a:lvl7pPr>
              <a:defRPr sz="2025" b="0">
                <a:solidFill>
                  <a:srgbClr val="173B31"/>
                </a:solidFill>
                <a:latin typeface="DejaVu Sans"/>
                <a:ea typeface="DejaVu Sans"/>
                <a:cs typeface="DejaVu Sans"/>
              </a:defRPr>
            </a:lvl7pPr>
            <a:lvl8pPr>
              <a:defRPr sz="2025" b="0">
                <a:solidFill>
                  <a:srgbClr val="173B31"/>
                </a:solidFill>
                <a:latin typeface="DejaVu Sans"/>
                <a:ea typeface="DejaVu Sans"/>
                <a:cs typeface="DejaVu Sans"/>
              </a:defRPr>
            </a:lvl8pPr>
            <a:lvl9pPr>
              <a:defRPr sz="2025" b="0">
                <a:solidFill>
                  <a:srgbClr val="173B31"/>
                </a:solidFill>
                <a:latin typeface="DejaVu Sans"/>
                <a:ea typeface="DejaVu Sans"/>
                <a:cs typeface="DejaVu Sans"/>
              </a:defRPr>
            </a:lvl9pPr>
          </a:lstStyle>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learn.microsoft.com/microsoftteams</a:t>
            </a:r>
          </a:p>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developers.deepgram.com</a:t>
            </a:r>
          </a:p>
        </p:txBody>
      </p:sp>
      <p:sp>
        <p:nvSpPr>
          <p:cNvPr id="11" name="text-10">
            <a:extLst xmlns:a="http://schemas.openxmlformats.org/drawingml/2006/main">
              <a:ext uri="{FF2B5EF4-FFF2-40B4-BE49-F238E27FC236}">
                <a16:creationId xmlns:a16="http://schemas.microsoft.com/office/drawing/2014/main" id="{08DFE19E-5E2A-4D6C-8FD9-7324853D2623}"/>
              </a:ext>
            </a:extLst>
          </p:cNvPr>
          <p:cNvSpPr>
            <a:spLocks xmlns:a="http://schemas.openxmlformats.org/drawingml/2006/main" noGrp="1"/>
          </p:cNvSpPr>
          <p:nvPr/>
        </p:nvSpPr>
        <p:spPr>
          <a:xfrm xmlns:a="http://schemas.openxmlformats.org/drawingml/2006/main">
            <a:off x="762000" y="6153150"/>
            <a:ext cx="533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277747"/>
                </a:solidFill>
                <a:latin typeface="DejaVu Sans"/>
                <a:ea typeface="DejaVu Sans"/>
                <a:cs typeface="DejaVu Sans"/>
              </a:defRPr>
            </a:defPPr>
            <a:lvl1pPr>
              <a:defRPr sz="2100" b="1">
                <a:solidFill>
                  <a:srgbClr val="277747"/>
                </a:solidFill>
                <a:latin typeface="DejaVu Sans"/>
                <a:ea typeface="DejaVu Sans"/>
                <a:cs typeface="DejaVu Sans"/>
              </a:defRPr>
            </a:lvl1pPr>
            <a:lvl2pPr>
              <a:defRPr sz="2100" b="1">
                <a:solidFill>
                  <a:srgbClr val="277747"/>
                </a:solidFill>
                <a:latin typeface="DejaVu Sans"/>
                <a:ea typeface="DejaVu Sans"/>
                <a:cs typeface="DejaVu Sans"/>
              </a:defRPr>
            </a:lvl2pPr>
            <a:lvl3pPr>
              <a:defRPr sz="2100" b="1">
                <a:solidFill>
                  <a:srgbClr val="277747"/>
                </a:solidFill>
                <a:latin typeface="DejaVu Sans"/>
                <a:ea typeface="DejaVu Sans"/>
                <a:cs typeface="DejaVu Sans"/>
              </a:defRPr>
            </a:lvl3pPr>
            <a:lvl4pPr>
              <a:defRPr sz="2100" b="1">
                <a:solidFill>
                  <a:srgbClr val="277747"/>
                </a:solidFill>
                <a:latin typeface="DejaVu Sans"/>
                <a:ea typeface="DejaVu Sans"/>
                <a:cs typeface="DejaVu Sans"/>
              </a:defRPr>
            </a:lvl4pPr>
            <a:lvl5pPr>
              <a:defRPr sz="2100" b="1">
                <a:solidFill>
                  <a:srgbClr val="277747"/>
                </a:solidFill>
                <a:latin typeface="DejaVu Sans"/>
                <a:ea typeface="DejaVu Sans"/>
                <a:cs typeface="DejaVu Sans"/>
              </a:defRPr>
            </a:lvl5pPr>
            <a:lvl6pPr>
              <a:defRPr sz="2100" b="1">
                <a:solidFill>
                  <a:srgbClr val="277747"/>
                </a:solidFill>
                <a:latin typeface="DejaVu Sans"/>
                <a:ea typeface="DejaVu Sans"/>
                <a:cs typeface="DejaVu Sans"/>
              </a:defRPr>
            </a:lvl6pPr>
            <a:lvl7pPr>
              <a:defRPr sz="2100" b="1">
                <a:solidFill>
                  <a:srgbClr val="277747"/>
                </a:solidFill>
                <a:latin typeface="DejaVu Sans"/>
                <a:ea typeface="DejaVu Sans"/>
                <a:cs typeface="DejaVu Sans"/>
              </a:defRPr>
            </a:lvl7pPr>
            <a:lvl8pPr>
              <a:defRPr sz="2100" b="1">
                <a:solidFill>
                  <a:srgbClr val="277747"/>
                </a:solidFill>
                <a:latin typeface="DejaVu Sans"/>
                <a:ea typeface="DejaVu Sans"/>
                <a:cs typeface="DejaVu Sans"/>
              </a:defRPr>
            </a:lvl8pPr>
            <a:lvl9pPr>
              <a:defRPr sz="2100" b="1">
                <a:solidFill>
                  <a:srgbClr val="277747"/>
                </a:solidFill>
                <a:latin typeface="DejaVu Sans"/>
                <a:ea typeface="DejaVu Sans"/>
                <a:cs typeface="DejaVu Sans"/>
              </a:defRPr>
            </a:lvl9pPr>
          </a:lstStyle>
          <a:p xmlns:a="http://schemas.openxmlformats.org/drawingml/2006/main">
            <a:pPr>
              <a:defRPr sz="2100" b="1">
                <a:solidFill>
                  <a:srgbClr val="277747"/>
                </a:solidFill>
                <a:latin typeface="DejaVu Sans"/>
                <a:ea typeface="DejaVu Sans"/>
                <a:cs typeface="DejaVu Sans"/>
              </a:defRPr>
            </a:pPr>
            <a:r>
              <a:rPr sz="2100" b="1">
                <a:solidFill>
                  <a:srgbClr val="277747"/>
                </a:solidFill>
                <a:latin typeface="DejaVu Sans"/>
                <a:ea typeface="DejaVu Sans"/>
                <a:cs typeface="DejaVu Sans"/>
              </a:rPr>
              <a:t>Visualización y desarrollo</a:t>
            </a:r>
          </a:p>
        </p:txBody>
      </p:sp>
      <p:sp>
        <p:nvSpPr>
          <p:cNvPr id="12" name="text-11">
            <a:extLst xmlns:a="http://schemas.openxmlformats.org/drawingml/2006/main">
              <a:ext uri="{FF2B5EF4-FFF2-40B4-BE49-F238E27FC236}">
                <a16:creationId xmlns:a16="http://schemas.microsoft.com/office/drawing/2014/main" id="{C1E9FBB5-4996-4FC7-9869-6060D685FCF9}"/>
              </a:ext>
            </a:extLst>
          </p:cNvPr>
          <p:cNvSpPr>
            <a:spLocks xmlns:a="http://schemas.openxmlformats.org/drawingml/2006/main" noGrp="1"/>
          </p:cNvSpPr>
          <p:nvPr/>
        </p:nvSpPr>
        <p:spPr>
          <a:xfrm xmlns:a="http://schemas.openxmlformats.org/drawingml/2006/main">
            <a:off x="6667500" y="6153150"/>
            <a:ext cx="7620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3B31"/>
                </a:solidFill>
                <a:latin typeface="DejaVu Sans"/>
                <a:ea typeface="DejaVu Sans"/>
                <a:cs typeface="DejaVu Sans"/>
              </a:defRPr>
            </a:defPPr>
            <a:lvl1pPr>
              <a:defRPr sz="2025" b="0">
                <a:solidFill>
                  <a:srgbClr val="173B31"/>
                </a:solidFill>
                <a:latin typeface="DejaVu Sans"/>
                <a:ea typeface="DejaVu Sans"/>
                <a:cs typeface="DejaVu Sans"/>
              </a:defRPr>
            </a:lvl1pPr>
            <a:lvl2pPr>
              <a:defRPr sz="2025" b="0">
                <a:solidFill>
                  <a:srgbClr val="173B31"/>
                </a:solidFill>
                <a:latin typeface="DejaVu Sans"/>
                <a:ea typeface="DejaVu Sans"/>
                <a:cs typeface="DejaVu Sans"/>
              </a:defRPr>
            </a:lvl2pPr>
            <a:lvl3pPr>
              <a:defRPr sz="2025" b="0">
                <a:solidFill>
                  <a:srgbClr val="173B31"/>
                </a:solidFill>
                <a:latin typeface="DejaVu Sans"/>
                <a:ea typeface="DejaVu Sans"/>
                <a:cs typeface="DejaVu Sans"/>
              </a:defRPr>
            </a:lvl3pPr>
            <a:lvl4pPr>
              <a:defRPr sz="2025" b="0">
                <a:solidFill>
                  <a:srgbClr val="173B31"/>
                </a:solidFill>
                <a:latin typeface="DejaVu Sans"/>
                <a:ea typeface="DejaVu Sans"/>
                <a:cs typeface="DejaVu Sans"/>
              </a:defRPr>
            </a:lvl4pPr>
            <a:lvl5pPr>
              <a:defRPr sz="2025" b="0">
                <a:solidFill>
                  <a:srgbClr val="173B31"/>
                </a:solidFill>
                <a:latin typeface="DejaVu Sans"/>
                <a:ea typeface="DejaVu Sans"/>
                <a:cs typeface="DejaVu Sans"/>
              </a:defRPr>
            </a:lvl5pPr>
            <a:lvl6pPr>
              <a:defRPr sz="2025" b="0">
                <a:solidFill>
                  <a:srgbClr val="173B31"/>
                </a:solidFill>
                <a:latin typeface="DejaVu Sans"/>
                <a:ea typeface="DejaVu Sans"/>
                <a:cs typeface="DejaVu Sans"/>
              </a:defRPr>
            </a:lvl6pPr>
            <a:lvl7pPr>
              <a:defRPr sz="2025" b="0">
                <a:solidFill>
                  <a:srgbClr val="173B31"/>
                </a:solidFill>
                <a:latin typeface="DejaVu Sans"/>
                <a:ea typeface="DejaVu Sans"/>
                <a:cs typeface="DejaVu Sans"/>
              </a:defRPr>
            </a:lvl7pPr>
            <a:lvl8pPr>
              <a:defRPr sz="2025" b="0">
                <a:solidFill>
                  <a:srgbClr val="173B31"/>
                </a:solidFill>
                <a:latin typeface="DejaVu Sans"/>
                <a:ea typeface="DejaVu Sans"/>
                <a:cs typeface="DejaVu Sans"/>
              </a:defRPr>
            </a:lvl8pPr>
            <a:lvl9pPr>
              <a:defRPr sz="2025" b="0">
                <a:solidFill>
                  <a:srgbClr val="173B31"/>
                </a:solidFill>
                <a:latin typeface="DejaVu Sans"/>
                <a:ea typeface="DejaVu Sans"/>
                <a:cs typeface="DejaVu Sans"/>
              </a:defRPr>
            </a:lvl9pPr>
          </a:lstStyle>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d3js.org · observablehq.com</a:t>
            </a:r>
          </a:p>
          <a:p xmlns:a="http://schemas.openxmlformats.org/drawingml/2006/main">
            <a:pPr>
              <a:defRPr sz="2025" b="0">
                <a:solidFill>
                  <a:srgbClr val="173B31"/>
                </a:solidFill>
                <a:latin typeface="DejaVu Sans"/>
                <a:ea typeface="DejaVu Sans"/>
                <a:cs typeface="DejaVu Sans"/>
              </a:defRPr>
            </a:pPr>
            <a:r>
              <a:rPr sz="2025" b="0">
                <a:solidFill>
                  <a:srgbClr val="173B31"/>
                </a:solidFill>
                <a:latin typeface="DejaVu Sans"/>
                <a:ea typeface="DejaVu Sans"/>
                <a:cs typeface="DejaVu Sans"/>
              </a:rPr>
              <a:t>streamlit.io</a:t>
            </a:r>
          </a:p>
        </p:txBody>
      </p:sp>
    </p:spTree>
    <p:extLst>
      <p:ext uri="{BB962C8B-B14F-4D97-AF65-F5344CB8AC3E}">
        <p14:creationId xmlns:p14="http://schemas.microsoft.com/office/powerpoint/2010/main" val="18132679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2026-10-23T19:04:18.5160000Z</dcterms:created>
  <dcterms:modified xsi:type="dcterms:W3CDTF">2026-10-23T19:04:18.5160000Z</dcterms:modified>
</coreProperties>
</file>